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scene_of_a_studio_classroom_workshop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6949440" cy="1417320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0352" y="658368"/>
            <a:ext cx="66294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EDM101 Day 1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6492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Introduction, Laser Safety, and Type O Project Launch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30352" y="6080760"/>
            <a:ext cx="6035040" cy="32004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6172200"/>
            <a:ext cx="5669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CTS Day 25 | Monday, August 17, 2026 | 10:00 AM-3:00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scene_of_a_studio_classroom_workshop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Today’s job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40080" y="1234440"/>
            <a:ext cx="7498080" cy="105156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344168"/>
            <a:ext cx="7223760" cy="8321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How do we turn electricity into an experience people can hear, feel, and see?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68680" y="2788920"/>
            <a:ext cx="713232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dirty="0">
                <a:solidFill>
                  <a:srgbClr val="FFFFFF"/>
                </a:solidFill>
              </a:rPr>
              <a:t>• Meet EDM101: sound, light, control, fabrication, and safety.
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• Pass the laser-safety check before any energized demo.
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• Inspect the two speaker drivers.
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• Launch the HOQS Paraflex Type O 2x12 project.
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68680" y="5257800"/>
            <a:ext cx="6949440" cy="50292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5367528"/>
            <a:ext cx="6675120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C94C"/>
                </a:solidFill>
              </a:rPr>
              <a:t>Professional show technology is fun only when the energy is controlled.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door_studio_teaching_room_style_scene_a_lo_batch_5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One course spine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677363" y="320954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886554" y="320954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095744" y="320954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304934" y="320954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85800" y="2880360"/>
            <a:ext cx="1953158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072384"/>
            <a:ext cx="1861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SOURCE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94990" y="2880360"/>
            <a:ext cx="1953158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40710" y="3072384"/>
            <a:ext cx="1861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104181" y="2880360"/>
            <a:ext cx="1953158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49901" y="3072384"/>
            <a:ext cx="1861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OUTPUT DEVICE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3371" y="2880360"/>
            <a:ext cx="1953158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59091" y="3072384"/>
            <a:ext cx="1861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PHYSICAL ENERGY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522562" y="2880360"/>
            <a:ext cx="1953158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68282" y="3072384"/>
            <a:ext cx="1861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HUMAN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4400" y="4206240"/>
            <a:ext cx="10241280" cy="77724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4315968"/>
            <a:ext cx="9966960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Audio and lasers are different systems with the same discipline: control the path before releasing energy.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door_studio_teaching_room_style_scene_a_lo_batch_5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Audio signal path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09165" y="288950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150157" y="288950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991149" y="288950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832141" y="288950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673133" y="288950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85800" y="256032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75234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DJ / LAPTOP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526792" y="256032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72512" y="275234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MIXER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67784" y="256032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13504" y="275234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DSP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08776" y="256032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54496" y="275234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AMPLIFIER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49768" y="256032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5488" y="275234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SPEAKER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890760" y="256032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36480" y="275234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AIR / BODY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" y="3977640"/>
            <a:ext cx="676656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• Ask what goes in, what job happens, and what comes out.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A speaker is not magic; it is a transducer.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The cabinet is part of the acoustic system, not furniture with ambition.
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imly_lit_classroom_lab_scene_with_a_physi_batch_3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Laser signal path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677363" y="298094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886554" y="298094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095744" y="298094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304934" y="298094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85800" y="2651760"/>
            <a:ext cx="1953158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843784"/>
            <a:ext cx="1861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CONTROLLER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94990" y="2651760"/>
            <a:ext cx="1953158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40710" y="2843784"/>
            <a:ext cx="1861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CABLE / INTERFACE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104181" y="2651760"/>
            <a:ext cx="1953158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49901" y="2843784"/>
            <a:ext cx="1861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LASER PROJECTOR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3371" y="2651760"/>
            <a:ext cx="1953158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59091" y="2843784"/>
            <a:ext cx="1861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BEAM PATH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522562" y="2651760"/>
            <a:ext cx="1953158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68282" y="2843784"/>
            <a:ext cx="1861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TARGET / STOP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68680" y="3886200"/>
            <a:ext cx="6035040" cy="566928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3995928"/>
            <a:ext cx="5760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C94C"/>
                </a:solidFill>
              </a:rPr>
              <a:t>No controlled path, no energized beam.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896112" y="4617720"/>
            <a:ext cx="630936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• Beam direction is planned before power.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Reflective objects are hazards.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The operator owns the system until it is shut down.
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imly_lit_classroom_lab_scene_with_a_physi_batch_3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Laser safety essentials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2960" y="1417320"/>
            <a:ext cx="475488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• Controlled beam path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Beam termination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Restricted area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No reflections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No audience scanning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Stop-work authority
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943600" y="1508760"/>
            <a:ext cx="5212080" cy="100584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618488"/>
            <a:ext cx="493776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If the setup is not clean, the lab becomes a planning exercise. That still counts.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6126480" y="3886200"/>
            <a:ext cx="4754880" cy="64008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3995928"/>
            <a:ext cx="44805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</a:rPr>
              <a:t>The laser does not care that the class is excited.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imly_lit_classroom_lab_scene_with_a_physi_batch_3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Laser safety test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234440"/>
            <a:ext cx="6858000" cy="77724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1344168"/>
            <a:ext cx="6583680" cy="557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First assessment: safety thinking, not vocabulary theater.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60120" y="2423160"/>
            <a:ext cx="557784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FFFFFF"/>
                </a:solidFill>
              </a:rPr>
              <a:t>• Work independently.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Use plain language.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Explain the reason, not just the rule.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Review wrong answers before any demo.
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766560" y="4114800"/>
            <a:ext cx="3931920" cy="73152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4224528"/>
            <a:ext cx="3657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</a:rPr>
              <a:t>No pass, no laser lab role.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shallow_depth_of_field_photo_in_a_workshop_batch_2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Meet the drivers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402336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FFFFFF"/>
                </a:solidFill>
              </a:rPr>
              <a:t>• Cone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Surround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Basket / frame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Magnet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Terminals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Voice-coil location
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486400" y="1481328"/>
            <a:ext cx="5303520" cy="11430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591056"/>
            <a:ext cx="5029200" cy="923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Question: Why can’t we just wire this up and call it a sound system?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5669280" y="4114800"/>
            <a:ext cx="4892040" cy="73152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4224528"/>
            <a:ext cx="461772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</a:rPr>
              <a:t>The driver moves air. The cabinet controls what that air does.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shallow_depth_of_field_photo_in_a_workshop_batch_2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cabinet is part of the instrument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229661" y="307238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991149" y="307238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752637" y="307238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85800" y="2743200"/>
            <a:ext cx="2505456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93522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ELECTRICAL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47288" y="2743200"/>
            <a:ext cx="2505456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93008" y="293522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08776" y="2743200"/>
            <a:ext cx="2505456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54496" y="293522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ACOUSTIC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970264" y="2743200"/>
            <a:ext cx="2505456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15984" y="2935224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HUMAN EXPERIENCE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3886200"/>
            <a:ext cx="658368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• A failure in any one layer changes the result.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Air leaks, wrong cuts, bad wiring, or no protection all matter.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Build quality is sound quality with fewer excuses.
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etailed_workshop_scene_overall_a_carpent_batch_4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Main project: HOQS Type O 2x12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10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234440"/>
            <a:ext cx="6400800" cy="73152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344168"/>
            <a:ext cx="612648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This cohort builds a real Paraflex cabinet.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14400" y="2331720"/>
            <a:ext cx="649224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• Use the official HOQS plan supplied by instructor.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Build the cabinet geometry correctly.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Use PA310-8 drivers as temporary build/test drivers.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Later: install the ideal sub drivers and reuse these Daytons in a kick build.
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14400" y="5257800"/>
            <a:ext cx="6583680" cy="50292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5367528"/>
            <a:ext cx="6309360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C94C"/>
                </a:solidFill>
              </a:rPr>
              <a:t>Works. Works safely. Optimized. Those are not the same thing.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etailed_workshop_scene_overall_a_carpent_batch_4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Before wood moves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11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09165" y="234086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150157" y="234086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991149" y="234086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832141" y="234086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673133" y="234086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85800" y="201168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20370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526792" y="201168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72512" y="220370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MEASURE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67784" y="201168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13504" y="220370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LAYOUT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08776" y="201168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54496" y="220370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49768" y="201168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5488" y="220370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DRY FIT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890760" y="201168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36480" y="220370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309165" y="398678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150157" y="398678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991149" y="398678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832141" y="398678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673133" y="3986784"/>
            <a:ext cx="179222" cy="0"/>
          </a:xfrm>
          <a:prstGeom prst="line">
            <a:avLst/>
          </a:prstGeom>
          <a:noFill/>
          <a:ln w="25400">
            <a:solidFill>
              <a:srgbClr val="2CB1BC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85800" y="365760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" y="384962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ASSEMBLE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2526792" y="365760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72512" y="384962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SEAL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367784" y="365760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13504" y="384962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WIRE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208776" y="365760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54496" y="384962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INSPECT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049768" y="365760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95488" y="384962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9890760" y="3657600"/>
            <a:ext cx="1584960" cy="658368"/>
          </a:xfrm>
          <a:prstGeom prst="roundRect">
            <a:avLst>
              <a:gd name="adj" fmla="val 11111"/>
            </a:avLst>
          </a:prstGeom>
          <a:solidFill>
            <a:srgbClr val="000000">
              <a:alpha val="82000"/>
            </a:srgbClr>
          </a:solidFill>
          <a:ln w="15240">
            <a:solidFill>
              <a:srgbClr val="2CB1B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936480" y="3849624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HANDOFF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051560" y="5074920"/>
            <a:ext cx="9875520" cy="59436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88720" y="5184648"/>
            <a:ext cx="960120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 cabinet is not “done” until another person can safely understand what was built.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imly_lit_classroom_lab_scene_with_a_physi_batch_3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Today’s laser lab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667512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• Trace the laser system from controller to visible output.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Observe how control changes the physical result.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Name the safety boundary that stays fixed.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Compare laser signal flow to audio signal flow.
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589520" y="2011680"/>
            <a:ext cx="3108960" cy="6858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2121408"/>
            <a:ext cx="2834640" cy="4663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C94C"/>
                </a:solidFill>
              </a:rPr>
              <a:t>Instructor-controlled only.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scene_of_a_studio_classroom_workshop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Today’s student work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13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2960" y="1417320"/>
            <a:ext cx="5120640" cy="2697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• Laser safety test
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• Signal-chain worksheet
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• Driver inspection notes
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• Type O question list
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• Exit ticket
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035040" y="1874520"/>
            <a:ext cx="4846320" cy="11430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1984248"/>
            <a:ext cx="4572000" cy="923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 list is the point. We build better after we know what we do not know.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scene_of_a_studio_classroom_workshop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Exit ticket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14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914400" y="1417320"/>
            <a:ext cx="10058400" cy="6858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527048"/>
            <a:ext cx="9784080" cy="4663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1. Trace either an audio or laser signal path from input to human perception.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2423160"/>
            <a:ext cx="10058400" cy="6858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532888"/>
            <a:ext cx="9784080" cy="4663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2. Name one laser-safety rule and explain why it exists.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914400" y="3429000"/>
            <a:ext cx="10058400" cy="6858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538728"/>
            <a:ext cx="9784080" cy="4663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3. What do you want to understand about the Type O before we build it?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914400" y="4983480"/>
            <a:ext cx="9875520" cy="59436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5093208"/>
            <a:ext cx="960120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C94C"/>
                </a:solidFill>
              </a:rPr>
              <a:t>Useful questions become tomorrow’s lesson plan. Convenient, almost like teaching works.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etailed_workshop_scene_overall_a_carpent_batch_4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20040"/>
            <a:ext cx="6583680" cy="658368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389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Tomorrow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15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371600"/>
            <a:ext cx="6949440" cy="9144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1481328"/>
            <a:ext cx="6675120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Frequency, wavelength, and why cabinets are shaped on purpose.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64008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dirty="0">
                <a:solidFill>
                  <a:srgbClr val="FFFFFF"/>
                </a:solidFill>
              </a:rPr>
              <a:t>• Sound waves are pressure changes in air.
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• Light waves are electromagnetic.
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• Both have frequency. Both require control.
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• Only one politely rattles windows when the sub is right.
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scene_of_a_studio_classroom_workshop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6949440" cy="1417320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0352" y="658368"/>
            <a:ext cx="66294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EDM101 starts here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6492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Control the energy. Build the system. Make the room feel it.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68680" y="4800600"/>
            <a:ext cx="5212080" cy="6858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4910328"/>
            <a:ext cx="4937760" cy="4663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C94C"/>
                </a:solidFill>
              </a:rPr>
              <a:t>Why is the box shaped like that?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02920" y="6236208"/>
            <a:ext cx="5394960" cy="310896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3002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EDM101 Day 01 | Monday, August 17, 2026 | 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06640" y="630936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Electricity becomes experience: sound, light, motion, and safe control.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AYA / CTS Cohort 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EDM101 Day 1: Introduction, Laser Safety, and Type O Project Launch</dc:title>
  <dc:subject>EDM101 Day 1</dc:subject>
  <dc:creator>Alternative Youth Activities</dc:creator>
  <cp:lastModifiedBy>Alternative Youth Activities</cp:lastModifiedBy>
  <cp:revision>1</cp:revision>
  <dcterms:created xsi:type="dcterms:W3CDTF">2026-08-17T04:08:41Z</dcterms:created>
  <dcterms:modified xsi:type="dcterms:W3CDTF">2026-08-17T04:08:41Z</dcterms:modified>
</cp:coreProperties>
</file>