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11545f31f458c" /><Relationship Type="http://schemas.openxmlformats.org/officeDocument/2006/relationships/extended-properties" Target="/docProps/app.xml" Id="R2bc8044e8721401a" /><Relationship Type="http://schemas.openxmlformats.org/officeDocument/2006/relationships/officeDocument" Target="/ppt/presentation.xml" Id="R573ea86afa9d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3c806a30664b28"/>
  </p:sldMasterIdLst>
  <p:notesMasterIdLst>
    <p:notesMasterId xmlns:r="http://schemas.openxmlformats.org/officeDocument/2006/relationships" r:id="Rf8ed446dccc64866"/>
  </p:notesMasterIdLst>
  <p:sldIdLst>
    <p:sldId xmlns:r="http://schemas.openxmlformats.org/officeDocument/2006/relationships" id="256" r:id="R434614baa13c42c3"/>
    <p:sldId xmlns:r="http://schemas.openxmlformats.org/officeDocument/2006/relationships" id="257" r:id="R4c9bfa43757f4ba5"/>
    <p:sldId xmlns:r="http://schemas.openxmlformats.org/officeDocument/2006/relationships" id="258" r:id="R7dc160a00ce9468c"/>
    <p:sldId xmlns:r="http://schemas.openxmlformats.org/officeDocument/2006/relationships" id="259" r:id="R1c4f6b34ebce4142"/>
    <p:sldId xmlns:r="http://schemas.openxmlformats.org/officeDocument/2006/relationships" id="260" r:id="R9feb0c03bba745a7"/>
    <p:sldId xmlns:r="http://schemas.openxmlformats.org/officeDocument/2006/relationships" id="261" r:id="R75c48e97b28b4a48"/>
    <p:sldId xmlns:r="http://schemas.openxmlformats.org/officeDocument/2006/relationships" id="262" r:id="Re7bcfce951a34e27"/>
    <p:sldId xmlns:r="http://schemas.openxmlformats.org/officeDocument/2006/relationships" id="263" r:id="R1b776b2b1eef49bd"/>
    <p:sldId xmlns:r="http://schemas.openxmlformats.org/officeDocument/2006/relationships" id="264" r:id="R4e94f733bca64d2c"/>
    <p:sldId xmlns:r="http://schemas.openxmlformats.org/officeDocument/2006/relationships" id="265" r:id="Rd86702e2f40a4a41"/>
    <p:sldId xmlns:r="http://schemas.openxmlformats.org/officeDocument/2006/relationships" id="266" r:id="R7dc2e90a1fb64780"/>
    <p:sldId xmlns:r="http://schemas.openxmlformats.org/officeDocument/2006/relationships" id="267" r:id="Ra37864ad31b240c4"/>
    <p:sldId xmlns:r="http://schemas.openxmlformats.org/officeDocument/2006/relationships" id="268" r:id="R1cba44b91eba4663"/>
    <p:sldId xmlns:r="http://schemas.openxmlformats.org/officeDocument/2006/relationships" id="269" r:id="R47737c49269c4b8a"/>
    <p:sldId xmlns:r="http://schemas.openxmlformats.org/officeDocument/2006/relationships" id="270" r:id="R0965e4665f0e4620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30ce0b4cf4643" /><Relationship Type="http://schemas.openxmlformats.org/officeDocument/2006/relationships/slideMaster" Target="/ppt/slideMasters/slideMaster1.xml" Id="Rff3c806a30664b28" /><Relationship Type="http://schemas.openxmlformats.org/officeDocument/2006/relationships/notesMaster" Target="/ppt/notesMasters/notesMaster1.xml" Id="Rf8ed446dccc64866" /><Relationship Type="http://schemas.openxmlformats.org/officeDocument/2006/relationships/presProps" Target="/ppt/presProps.xml" Id="R396d41b4237f4a06" /><Relationship Type="http://schemas.openxmlformats.org/officeDocument/2006/relationships/viewProps" Target="/ppt/viewProps.xml" Id="Rc7d41abbaaf24c23" /><Relationship Type="http://schemas.openxmlformats.org/officeDocument/2006/relationships/tableStyles" Target="/ppt/tableStyles.xml" Id="R9c94b89817e248c6" /><Relationship Type="http://schemas.openxmlformats.org/officeDocument/2006/relationships/slide" Target="/ppt/slides/slide1.xml" Id="R434614baa13c42c3" /><Relationship Type="http://schemas.openxmlformats.org/officeDocument/2006/relationships/slide" Target="/ppt/slides/slide2.xml" Id="R4c9bfa43757f4ba5" /><Relationship Type="http://schemas.openxmlformats.org/officeDocument/2006/relationships/slide" Target="/ppt/slides/slide3.xml" Id="R7dc160a00ce9468c" /><Relationship Type="http://schemas.openxmlformats.org/officeDocument/2006/relationships/slide" Target="/ppt/slides/slide4.xml" Id="R1c4f6b34ebce4142" /><Relationship Type="http://schemas.openxmlformats.org/officeDocument/2006/relationships/slide" Target="/ppt/slides/slide5.xml" Id="R9feb0c03bba745a7" /><Relationship Type="http://schemas.openxmlformats.org/officeDocument/2006/relationships/slide" Target="/ppt/slides/slide6.xml" Id="R75c48e97b28b4a48" /><Relationship Type="http://schemas.openxmlformats.org/officeDocument/2006/relationships/slide" Target="/ppt/slides/slide7.xml" Id="Re7bcfce951a34e27" /><Relationship Type="http://schemas.openxmlformats.org/officeDocument/2006/relationships/slide" Target="/ppt/slides/slide8.xml" Id="R1b776b2b1eef49bd" /><Relationship Type="http://schemas.openxmlformats.org/officeDocument/2006/relationships/slide" Target="/ppt/slides/slide9.xml" Id="R4e94f733bca64d2c" /><Relationship Type="http://schemas.openxmlformats.org/officeDocument/2006/relationships/slide" Target="/ppt/slides/slide10.xml" Id="Rd86702e2f40a4a41" /><Relationship Type="http://schemas.openxmlformats.org/officeDocument/2006/relationships/slide" Target="/ppt/slides/slide11.xml" Id="R7dc2e90a1fb64780" /><Relationship Type="http://schemas.openxmlformats.org/officeDocument/2006/relationships/slide" Target="/ppt/slides/slide12.xml" Id="Ra37864ad31b240c4" /><Relationship Type="http://schemas.openxmlformats.org/officeDocument/2006/relationships/slide" Target="/ppt/slides/slide13.xml" Id="R1cba44b91eba4663" /><Relationship Type="http://schemas.openxmlformats.org/officeDocument/2006/relationships/slide" Target="/ppt/slides/slide14.xml" Id="R47737c49269c4b8a" /><Relationship Type="http://schemas.openxmlformats.org/officeDocument/2006/relationships/slide" Target="/ppt/slides/slide15.xml" Id="R0965e4665f0e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b3e38d21a4e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6c7c6d97f4ba1" /><Relationship Type="http://schemas.openxmlformats.org/officeDocument/2006/relationships/notesMaster" Target="/ppt/notesMasters/notesMaster1.xml" Id="Rc8bf10f736144a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1258867654315" /><Relationship Type="http://schemas.openxmlformats.org/officeDocument/2006/relationships/notesMaster" Target="/ppt/notesMasters/notesMaster1.xml" Id="R337492012e08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02968229784d61" /><Relationship Type="http://schemas.openxmlformats.org/officeDocument/2006/relationships/notesMaster" Target="/ppt/notesMasters/notesMaster1.xml" Id="R8b6766549d7b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35d5e40534e5d" /><Relationship Type="http://schemas.openxmlformats.org/officeDocument/2006/relationships/notesMaster" Target="/ppt/notesMasters/notesMaster1.xml" Id="R2a3c76ec8a77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9e7f786d44b7b" /><Relationship Type="http://schemas.openxmlformats.org/officeDocument/2006/relationships/notesMaster" Target="/ppt/notesMasters/notesMaster1.xml" Id="R9e873a1b4d47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81f5798104591" /><Relationship Type="http://schemas.openxmlformats.org/officeDocument/2006/relationships/notesMaster" Target="/ppt/notesMasters/notesMaster1.xml" Id="Ra59f834477df4a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394a0824e34814" /><Relationship Type="http://schemas.openxmlformats.org/officeDocument/2006/relationships/notesMaster" Target="/ppt/notesMasters/notesMaster1.xml" Id="R543c72c4210b4b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526d7cb86241c9" /><Relationship Type="http://schemas.openxmlformats.org/officeDocument/2006/relationships/notesMaster" Target="/ppt/notesMasters/notesMaster1.xml" Id="Refb2423107934b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a9bc6751f4969" /><Relationship Type="http://schemas.openxmlformats.org/officeDocument/2006/relationships/notesMaster" Target="/ppt/notesMasters/notesMaster1.xml" Id="R54c9d6c8d40e45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7575c422c240cd" /><Relationship Type="http://schemas.openxmlformats.org/officeDocument/2006/relationships/notesMaster" Target="/ppt/notesMasters/notesMaster1.xml" Id="R26af0c48b18d42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2115c14294539" /><Relationship Type="http://schemas.openxmlformats.org/officeDocument/2006/relationships/notesMaster" Target="/ppt/notesMasters/notesMaster1.xml" Id="R72c1df49b51045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f5ae74c8824da6" /><Relationship Type="http://schemas.openxmlformats.org/officeDocument/2006/relationships/notesMaster" Target="/ppt/notesMasters/notesMaster1.xml" Id="R6f637282162f49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2921b7bbc14dcf" /><Relationship Type="http://schemas.openxmlformats.org/officeDocument/2006/relationships/notesMaster" Target="/ppt/notesMasters/notesMaster1.xml" Id="Red4797be529841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0a450ec30b408d" /><Relationship Type="http://schemas.openxmlformats.org/officeDocument/2006/relationships/notesMaster" Target="/ppt/notesMasters/notesMaster1.xml" Id="R7d7d611247974b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99160d8793483c" /><Relationship Type="http://schemas.openxmlformats.org/officeDocument/2006/relationships/notesMaster" Target="/ppt/notesMasters/notesMaster1.xml" Id="R8cb22b7ced2249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361fb6a414a9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5e90e00f824ced" /><Relationship Type="http://schemas.openxmlformats.org/officeDocument/2006/relationships/slideLayout" Target="/ppt/slideLayouts/slideLayout1.xml" Id="R6b6528ba6337458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528ba63374586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e8c81e3494d48" /><Relationship Type="http://schemas.openxmlformats.org/officeDocument/2006/relationships/notesSlide" Target="/ppt/notesSlides/notesSlide1.xml" Id="R28f156e8e51c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514236a34915" /><Relationship Type="http://schemas.openxmlformats.org/officeDocument/2006/relationships/notesSlide" Target="/ppt/notesSlides/notesSlide2.xml" Id="Ra8a6c3142cf5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2b619979a46ad" /><Relationship Type="http://schemas.openxmlformats.org/officeDocument/2006/relationships/notesSlide" Target="/ppt/notesSlides/notesSlide3.xml" Id="Re6872900c496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015c3d1a436a" /><Relationship Type="http://schemas.openxmlformats.org/officeDocument/2006/relationships/notesSlide" Target="/ppt/notesSlides/notesSlide4.xml" Id="R372775a0996746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d401f821e48e8" /><Relationship Type="http://schemas.openxmlformats.org/officeDocument/2006/relationships/notesSlide" Target="/ppt/notesSlides/notesSlide5.xml" Id="R29d131101425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ecdb43ba14685" /><Relationship Type="http://schemas.openxmlformats.org/officeDocument/2006/relationships/notesSlide" Target="/ppt/notesSlides/notesSlide6.xml" Id="Rc7c9d5718f71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9932597da4774" /><Relationship Type="http://schemas.openxmlformats.org/officeDocument/2006/relationships/notesSlide" Target="/ppt/notesSlides/notesSlide7.xml" Id="R9044dce820d147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a693eccf947c2" /><Relationship Type="http://schemas.openxmlformats.org/officeDocument/2006/relationships/notesSlide" Target="/ppt/notesSlides/notesSlide8.xml" Id="R518ba045861f43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a9f28c544c56" /><Relationship Type="http://schemas.openxmlformats.org/officeDocument/2006/relationships/notesSlide" Target="/ppt/notesSlides/notesSlide9.xml" Id="R87efd161088446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66a641bd54863" /><Relationship Type="http://schemas.openxmlformats.org/officeDocument/2006/relationships/notesSlide" Target="/ppt/notesSlides/notesSlide10.xml" Id="Rcbe88c40ccc2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ea6978054a32" /><Relationship Type="http://schemas.openxmlformats.org/officeDocument/2006/relationships/notesSlide" Target="/ppt/notesSlides/notesSlide11.xml" Id="Rc1a414b04ccf40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59fc766a64452" /><Relationship Type="http://schemas.openxmlformats.org/officeDocument/2006/relationships/notesSlide" Target="/ppt/notesSlides/notesSlide12.xml" Id="R57e274e122ec46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94bd33ae647c8" /><Relationship Type="http://schemas.openxmlformats.org/officeDocument/2006/relationships/notesSlide" Target="/ppt/notesSlides/notesSlide13.xml" Id="R477989768f454f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de07e68b04f80" /><Relationship Type="http://schemas.openxmlformats.org/officeDocument/2006/relationships/notesSlide" Target="/ppt/notesSlides/notesSlide14.xml" Id="R5cddb1f97b2145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7eb32d11d4f52" /><Relationship Type="http://schemas.openxmlformats.org/officeDocument/2006/relationships/notesSlide" Target="/ppt/notesSlides/notesSlide15.xml" Id="R81659f49cea347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Pre-cover QC, opening layout, drywall cutting, fastening, and dust control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INSPECT BEFORE YOU COVER.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Hidden work gets verified and photographed before the panel goes on.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0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to hide the wall. The goal is a finish-ready surface over verified work.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Pre-cover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Cut demo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Fastener QC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Fit panel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Inspect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inspect rough-in, transfer openings, and plan dust control.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cut, dry-fit, fasten, and correct one 4 ft x 3 ft panel.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finish-readiness evidence and controlled cleanup.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Pre-cover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96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Panel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reference edges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Window + box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openings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Fasteners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+ supports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Dust control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+ evidence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a pre-cover inspection of framing and rough-in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Measure and cut a 4-foot by 3-foot drywall panel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Fit the panel around the window and device boxes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Fasten and prepare the surface for finishing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Inspect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rough-in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Measure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openings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Mark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verify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Score / snap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+ cutouts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Dry-fit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fasten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Transfer dimensions carefully and dry-fit before fastening. Protect hidden systems from blades and screws.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Pre-cover signoff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Opening layout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Cut + dry-fit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Fasten + inspect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Work from a supported position. Correct a bad fit before driving fasteners around the opening.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Installer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measures + fits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4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checks openings + fasteners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47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records signoffs + photos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Use partner handling when needed.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Inspector verifies the opening map before cutting.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No panel covers unsigned rough-in.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Pre-cover signed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Opening locations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Fastener dimples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Edges + cleanup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correct fastener dimples the face without tearing it.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High and overdriven fasteners require correction before finish readiness.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Eye protection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Dust controls + SDS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Panel handling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Blade control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Use product- and task-appropriate ventilation, housekeeping, and PPE. Retract blades when not in use. Keep cut paths clear of hidden systems.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fastener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slight dimple; paper intact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Rejected fastener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high or paper torn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Fastener quality is visible evidence. Dry-fit openings and edges before committing the panel to the wall.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Sign the pre-cover checklist.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Measure openings from two reference edges.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Score, snap, back-cut, and support the panel.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Fasten without tearing face paper.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Inspect, correct, control dust, and reset.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Unsigned rough-in? Do not cover it.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Framing and rough-in pre-cover check passed.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Panel and openings measured twice.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Cutout marks partner-verified.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Cut path protects boxes and hidden systems.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Dust controls and PPE are active.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Panel handling plan is clear.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photograph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Measure + mark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Cut + dry-fit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Fasten + finish QC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Fit and fasten drywall over the individual capstone wall while preserving the window and device-box openings.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78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Check openings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Check fasteners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Correct defects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06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Clean + document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Leave the surface finish-ready: secure board, supported edges, clean openings, correct fasteners, and recorded corrections.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Pre-cover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signed + photo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Initials: 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Panel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4 ft x 3 ft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Measure: 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Window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location + fit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Gap: _________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Boxes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clear + undamaged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Fasteners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dimple + spacing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Cleanup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dust controlled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Complete: 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No pre-cover signoff, no panel. No finish-readiness inspection, no approval.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RCS06 | Day 14 | July 28,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Name one pre-cover item that must be verified.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Describe a correct drywall fastener dimple.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the dust-control and blade-control plan.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Panel secure. Openings clear. Dust controlled. Evidence saved.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2026-07-20T22:24:45.8000000Z</dcterms:created>
  <dcterms:modified xsi:type="dcterms:W3CDTF">2026-07-20T22:24:45.8000000Z</dcterms:modified>
</coreProperties>
</file>