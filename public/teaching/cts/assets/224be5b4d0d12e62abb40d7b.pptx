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final secured until 1:00 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Lunch is 12:30-1:00.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instructor-confirmed sequence overrides inconsistent legacy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one Day 1-7 example for each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 similar in skill but not identical to test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Continuity tests require a de-energized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Days 3-5 without repeating those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Day 6 continuity evidence without recreating the fuse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expected-versus-observed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review at the PV101 fundamentals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Day 7 worksheet method, not exact final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answer key separate. Record the raw score out of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review final answers publicly unless separately directed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Cleanup begins at 2:55. State plainly that PV101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PV101 Day 8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Cumulative review, 25-question final, reflection, and closeout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1F77B4"/>
                </a:solidFill>
              </a:rPr>
              <a:t>SHOW WHAT YOU KNOW.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960120" y="32004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273552"/>
            <a:ext cx="100949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Safety first. Units count. Evidence beats labels. Work independently during the graded final.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PV101 is complete at the end of today.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Today's flow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Readiness check -&gt; cumulative review -&gt; final -&gt; reflection -&gt; closeout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8745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Arrival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10:00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56616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Readiness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10:20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5780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Review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10:35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4944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Slides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11:30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4108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Practice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12:00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03327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Final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1:00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6527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259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Cleanup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2:55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102412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</a:rPr>
              <a:t>The morning quiz is a short readiness check, not the final.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The final runs 1:00-2:10 and is scored out of 25.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Reflection, evidence, and cleanup formally close PV101.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The book progression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Two chapters per assigned reading day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1480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1-2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50008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3-4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288536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3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5-6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27064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4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7-8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65592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5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9-10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104120" y="1993392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2066544"/>
            <a:ext cx="14996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Day 6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Ch. 11-12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10515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Final: exactly two questions from each chapter, then one cumulative troubleshooting scenario.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Review map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Six connected skill groups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5623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Energy path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source -&gt; load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85623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Electricity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V, A, W, Wh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9067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Measurement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meter + expected value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46520" y="301752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309067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Workmanship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mechanical + labels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5196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32511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Protection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fuses + disconnects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4325112"/>
            <a:ext cx="4654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Sizing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loads -&gt; system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Core formulas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Write the formula, substitute values, keep the unit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47672"/>
            <a:ext cx="227685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Power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 = V x 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947672"/>
            <a:ext cx="227685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Energy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Wh = W x 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947672"/>
            <a:ext cx="227685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Battery capacity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Ah = Wh / V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006840" y="18745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1947672"/>
            <a:ext cx="227685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Array estimate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W = Wh / PSH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1 kW = 1,000 W.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Series voltage adds; matched parallel current adds.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 number without its unit is incomplete evidence.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Meter discipline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The meter answers a specific question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64792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00200" y="16916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1764792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Question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69080" y="1691640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1764792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What do I expect?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3500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423160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00200" y="235000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2423160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Function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69080" y="2350008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2423160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VDC, VAC, ohms, continuity?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30083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081528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00200" y="300837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73352" y="3081528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Ports + range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69080" y="3008376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3081528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Leads correct?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8680" y="36667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739896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00200" y="366674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73352" y="3739896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Energy state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069080" y="3666744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42232" y="3739896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Live voltage or de-energized continuity?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68680" y="43251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398264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600200" y="432511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73352" y="4398264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Probe points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69080" y="4325112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2232" y="4398264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Exactly where?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68680" y="4983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056632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600200" y="49834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73352" y="5056632"/>
            <a:ext cx="20482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Evidence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069080" y="4983480"/>
            <a:ext cx="699516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42232" y="5056632"/>
            <a:ext cx="684885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Expected vs actual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Workmanship is electrical quality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good circuit must also be serviceable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3272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600" dirty="0">
                <a:solidFill>
                  <a:srgbClr val="1F2937"/>
                </a:solidFill>
              </a:rPr>
              <a:t>Correct stripping and crimping; no nicked strands or exposed copper.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Tug-test terminations and support conductors mechanically.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Route for service without strain or confusion.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Label conductors, protection, disconnects, and test points.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Document the restored known-good state after work.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54480" y="5303520"/>
            <a:ext cx="9052560" cy="64008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5376672"/>
            <a:ext cx="8906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Cleanup and documentation are part of the technical task.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Protection: follow the source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fuse protects the conductor; a disconnect creates a controllable state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84832"/>
            <a:ext cx="20025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Battery / source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2608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20116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084832"/>
            <a:ext cx="227685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Fuse close to source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20116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2084832"/>
            <a:ext cx="227685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Protected conductor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6112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55480" y="20116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8632" y="2084832"/>
            <a:ext cx="17282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Equipment / load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Never bypass protection to “see if it works.”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 label is a clue, not proof.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After replacement, find the cause and verify restoration.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Troubleshooting chain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One test should separate likely causes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Observe symptom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93976" y="2514600"/>
            <a:ext cx="256032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0008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Make system safe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32504" y="2514600"/>
            <a:ext cx="256032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Trace actual path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71032" y="2514600"/>
            <a:ext cx="256032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7064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expected value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09560" y="2514600"/>
            <a:ext cx="256032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65592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Test one point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48088" y="2514600"/>
            <a:ext cx="256032" cy="0"/>
          </a:xfrm>
          <a:prstGeom prst="line">
            <a:avLst/>
          </a:prstGeom>
          <a:noFill/>
          <a:ln w="2032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04120" y="201168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77272" y="2084832"/>
            <a:ext cx="148132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6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Document + verify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10332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Do not replace several parts at once. That destroys the evidence trail.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Series and parallel connections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Keep voltage, current, and documented equipment limits separate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47672"/>
            <a:ext cx="282549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Series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voltage adds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current stays limited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947672"/>
            <a:ext cx="282549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Parallel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current adds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voltage stays matched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366760" y="18745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947672"/>
            <a:ext cx="2825496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Check ratings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from actual labels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and instructions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Connection rules support diagnosis; equipment boundaries still come from documented ratings.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Sizing review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Loads first, assumptions visible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64792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169164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764792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List W + hours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764792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formula + unit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23500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423160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91640" y="2350008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2423160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Calculate Wh/day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350008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423160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formula + unit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30083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081528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91640" y="3008376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64792" y="3081528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Apply autonomy + usable fraction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3008376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3081528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formula + unit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0120" y="36667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3739896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91640" y="3666744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4792" y="3739896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Convert Wh to Ah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17920" y="3666744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739896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formula + unit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60120" y="43251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398264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691640" y="4325112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64792" y="4398264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PSH + loss input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17920" y="4325112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4398264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Show formula + unit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960120" y="4983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5056632"/>
            <a:ext cx="3566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691640" y="498348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64792" y="5056632"/>
            <a:ext cx="40142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Check concurrent W + surge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217920" y="498348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5056632"/>
            <a:ext cx="46542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Select inverter from power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Final assessment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25 questions | 25 points | traditional graded test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4767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16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multiple choice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9748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94767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calculations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94767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2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diagram / sequence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36092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34072" y="194767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2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short explanations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92640" y="18745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5792" y="1947672"/>
            <a:ext cx="19110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integrative scenario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1014984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Work independently.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Show formulas and units.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Ask for clarification of directions only.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Turn in the final before starting reflection.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After the final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Collection -&gt; reflection -&gt; evidence -&gt; closeout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39112"/>
            <a:ext cx="23225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Collect + count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all tests and scratch pages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200400" y="2487168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039112"/>
            <a:ext cx="23225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Reflect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growth + practice needs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172200" y="2487168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039112"/>
            <a:ext cx="23225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Submit evidence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secure graded work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0" y="2487168"/>
            <a:ext cx="50292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46920" y="19659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2039112"/>
            <a:ext cx="172821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Reset room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PV101 complete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2412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</a:rPr>
              <a:t>No mandatory correction or retest cycle. Note issues for instructor review.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8 | July 16,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PV101 complete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Close the course simply and professionally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789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1F77B4"/>
                </a:solidFill>
              </a:rPr>
              <a:t>YOU COMPLETED PV101.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960120" y="315468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227832"/>
            <a:ext cx="100949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Safety. Measurement. Workmanship. Protection. Troubleshooting. Sizing.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Reflection submitted. Materials counted. Tests secured. Tables clear.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PV101 Day 8 - Final Review and Assessment</dc:title>
  <dc:subject>Cumulative fundamentals final and PV101 closeout</dc:subject>
  <dc:creator>CTS</dc:creator>
  <cp:lastModifiedBy>CTS</cp:lastModifiedBy>
  <cp:revision>1</cp:revision>
  <dcterms:created xsi:type="dcterms:W3CDTF">2026-07-15T05:03:43Z</dcterms:created>
  <dcterms:modified xsi:type="dcterms:W3CDTF">2026-07-15T05:03:43Z</dcterms:modified>
</cp:coreProperties>
</file>