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PV101 Day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Troubleshooting Like a Professional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3049"/>
                </a:solidFill>
              </a:defRPr>
            </a:pPr>
            <a:r>
              <a:t>The expensive failure often has the cheapest cause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A hidden fuse can stop a whole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Today's rule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Stop. Look. Think. Measure. Verify. Then repair.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What worked yesterday can fail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Your job is to prove where the power path opens.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Power flow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Module -&gt; controller -&gt; battery -&gt; protection -&gt; inverter -&gt; load.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Protection devices are part of the circuit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A fuse is not an accessory. It is a controlled weak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A fuse opens for a reason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100">
                <a:solidFill>
                  <a:srgbClr val="1E293B"/>
                </a:solidFill>
              </a:defRPr>
            </a:pPr>
            <a:r>
              <a:t>Too much current, wrong rating, short circuit, damaged conductor, or installation error.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Do not bypass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Bypassing a fuse removes the safety feature and creates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Meter first, screwdriver second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The meter tells you where voltage exists and where it stops.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Voltage tracing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Check source, input, output, and load side in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Continuity checks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Use continuity only when the circuit is de-energized.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Bad assumptions waste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Do not blame the biggest part just because it is expensive.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Professional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I measured voltage at the fuse input and zero volts at the fuse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Common PV system failures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100">
                <a:solidFill>
                  <a:srgbClr val="1E293B"/>
                </a:solidFill>
              </a:defRPr>
            </a:pPr>
            <a:r>
              <a:t>Open fuse, loose terminal, wrong polarity, low battery, shaded module, failed connector.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Today's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This system worked yesterday. Today it does not. Figure out why.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Team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No random part swapping. No fuse bypassing. Record every measurement.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Winning condition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Find it, explain it, repair it, demonstrate operation.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Debrief question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What did you check first and why?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Debrief question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What measurement finally told the truth?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The reveal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Each system had exactly one bad fuse.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Field lesson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Big equipment often depends on small protection devices.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Technician mindset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Verify before replacing.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Reflection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How will today's lesson change your troubleshooting?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Quote of the 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Professionals don't guess. Professionals verify.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770"/>
                </a:solidFill>
              </a:rPr>
              <a:t>PV101 Day 06 | Tuesday, July 14, 2026 | Slide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3049"/>
                </a:solidFill>
              </a:defRPr>
            </a:pPr>
            <a:r>
              <a:t>Close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10652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64592"/>
          <a:lstStyle/>
          <a:p>
            <a:pPr algn="ctr">
              <a:defRPr sz="2400">
                <a:solidFill>
                  <a:srgbClr val="1E293B"/>
                </a:solidFill>
              </a:defRPr>
            </a:pPr>
            <a:r>
              <a:t>The cheapest part in the system can stop the entire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770"/>
                </a:solidFill>
              </a:rPr>
              <a:t>Professionals don't guess. Professionals verify.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