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6e19579ad04002" /><Relationship Type="http://schemas.openxmlformats.org/officeDocument/2006/relationships/extended-properties" Target="/docProps/app.xml" Id="R6a86d36ded2846f1" /><Relationship Type="http://schemas.openxmlformats.org/officeDocument/2006/relationships/officeDocument" Target="/ppt/presentation.xml" Id="R18a5807e4d4f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4871262e4c4b47"/>
  </p:sldMasterIdLst>
  <p:notesMasterIdLst>
    <p:notesMasterId xmlns:r="http://schemas.openxmlformats.org/officeDocument/2006/relationships" r:id="Rad7d29d7d899460c"/>
  </p:notesMasterIdLst>
  <p:sldIdLst>
    <p:sldId xmlns:r="http://schemas.openxmlformats.org/officeDocument/2006/relationships" id="256" r:id="R3178774eb1ba4600"/>
    <p:sldId xmlns:r="http://schemas.openxmlformats.org/officeDocument/2006/relationships" id="257" r:id="Ra37a0c914f754a2d"/>
    <p:sldId xmlns:r="http://schemas.openxmlformats.org/officeDocument/2006/relationships" id="258" r:id="R42e1df6f0a06442d"/>
    <p:sldId xmlns:r="http://schemas.openxmlformats.org/officeDocument/2006/relationships" id="259" r:id="Rf831592d02184707"/>
    <p:sldId xmlns:r="http://schemas.openxmlformats.org/officeDocument/2006/relationships" id="260" r:id="Rf99f63ce3ef14d9b"/>
    <p:sldId xmlns:r="http://schemas.openxmlformats.org/officeDocument/2006/relationships" id="261" r:id="R079e27052a6e4fa0"/>
    <p:sldId xmlns:r="http://schemas.openxmlformats.org/officeDocument/2006/relationships" id="262" r:id="R6df07eaec5174ae9"/>
    <p:sldId xmlns:r="http://schemas.openxmlformats.org/officeDocument/2006/relationships" id="263" r:id="Rfb3e4d55948b4bd3"/>
    <p:sldId xmlns:r="http://schemas.openxmlformats.org/officeDocument/2006/relationships" id="264" r:id="R2020548ccda8478f"/>
    <p:sldId xmlns:r="http://schemas.openxmlformats.org/officeDocument/2006/relationships" id="265" r:id="R11b0f8b3e58c42e4"/>
    <p:sldId xmlns:r="http://schemas.openxmlformats.org/officeDocument/2006/relationships" id="266" r:id="Rfd1a2d8777954aa8"/>
    <p:sldId xmlns:r="http://schemas.openxmlformats.org/officeDocument/2006/relationships" id="267" r:id="Rc374cef6e07d4658"/>
    <p:sldId xmlns:r="http://schemas.openxmlformats.org/officeDocument/2006/relationships" id="268" r:id="R81c5f13bd0c64bf4"/>
    <p:sldId xmlns:r="http://schemas.openxmlformats.org/officeDocument/2006/relationships" id="269" r:id="R5c27922356f5479e"/>
    <p:sldId xmlns:r="http://schemas.openxmlformats.org/officeDocument/2006/relationships" id="270" r:id="R48af089748084442"/>
    <p:sldId xmlns:r="http://schemas.openxmlformats.org/officeDocument/2006/relationships" id="271" r:id="Rabe1bc8098894d72"/>
    <p:sldId xmlns:r="http://schemas.openxmlformats.org/officeDocument/2006/relationships" id="272" r:id="Rc3c093d760fa4715"/>
    <p:sldId xmlns:r="http://schemas.openxmlformats.org/officeDocument/2006/relationships" id="273" r:id="R1fbe22c324154732"/>
    <p:sldId xmlns:r="http://schemas.openxmlformats.org/officeDocument/2006/relationships" id="274" r:id="R4f95e3467bbc440c"/>
    <p:sldId xmlns:r="http://schemas.openxmlformats.org/officeDocument/2006/relationships" id="275" r:id="Re753e0e57cb8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b9ace6a1df4da3" /><Relationship Type="http://schemas.openxmlformats.org/officeDocument/2006/relationships/slideMaster" Target="/ppt/slideMasters/slideMaster1.xml" Id="R274871262e4c4b47" /><Relationship Type="http://schemas.openxmlformats.org/officeDocument/2006/relationships/notesMaster" Target="/ppt/notesMasters/notesMaster1.xml" Id="Rad7d29d7d899460c" /><Relationship Type="http://schemas.openxmlformats.org/officeDocument/2006/relationships/presProps" Target="/ppt/presProps.xml" Id="R6ca9255cd7ea456b" /><Relationship Type="http://schemas.openxmlformats.org/officeDocument/2006/relationships/viewProps" Target="/ppt/viewProps.xml" Id="Rf8d631888211401f" /><Relationship Type="http://schemas.openxmlformats.org/officeDocument/2006/relationships/tableStyles" Target="/ppt/tableStyles.xml" Id="R726ca1495f3e45b6" /><Relationship Type="http://schemas.openxmlformats.org/officeDocument/2006/relationships/slide" Target="/ppt/slides/slide1.xml" Id="R3178774eb1ba4600" /><Relationship Type="http://schemas.openxmlformats.org/officeDocument/2006/relationships/slide" Target="/ppt/slides/slide2.xml" Id="Ra37a0c914f754a2d" /><Relationship Type="http://schemas.openxmlformats.org/officeDocument/2006/relationships/slide" Target="/ppt/slides/slide3.xml" Id="R42e1df6f0a06442d" /><Relationship Type="http://schemas.openxmlformats.org/officeDocument/2006/relationships/slide" Target="/ppt/slides/slide4.xml" Id="Rf831592d02184707" /><Relationship Type="http://schemas.openxmlformats.org/officeDocument/2006/relationships/slide" Target="/ppt/slides/slide5.xml" Id="Rf99f63ce3ef14d9b" /><Relationship Type="http://schemas.openxmlformats.org/officeDocument/2006/relationships/slide" Target="/ppt/slides/slide6.xml" Id="R079e27052a6e4fa0" /><Relationship Type="http://schemas.openxmlformats.org/officeDocument/2006/relationships/slide" Target="/ppt/slides/slide7.xml" Id="R6df07eaec5174ae9" /><Relationship Type="http://schemas.openxmlformats.org/officeDocument/2006/relationships/slide" Target="/ppt/slides/slide8.xml" Id="Rfb3e4d55948b4bd3" /><Relationship Type="http://schemas.openxmlformats.org/officeDocument/2006/relationships/slide" Target="/ppt/slides/slide9.xml" Id="R2020548ccda8478f" /><Relationship Type="http://schemas.openxmlformats.org/officeDocument/2006/relationships/slide" Target="/ppt/slides/slide10.xml" Id="R11b0f8b3e58c42e4" /><Relationship Type="http://schemas.openxmlformats.org/officeDocument/2006/relationships/slide" Target="/ppt/slides/slide11.xml" Id="Rfd1a2d8777954aa8" /><Relationship Type="http://schemas.openxmlformats.org/officeDocument/2006/relationships/slide" Target="/ppt/slides/slide12.xml" Id="Rc374cef6e07d4658" /><Relationship Type="http://schemas.openxmlformats.org/officeDocument/2006/relationships/slide" Target="/ppt/slides/slide13.xml" Id="R81c5f13bd0c64bf4" /><Relationship Type="http://schemas.openxmlformats.org/officeDocument/2006/relationships/slide" Target="/ppt/slides/slide14.xml" Id="R5c27922356f5479e" /><Relationship Type="http://schemas.openxmlformats.org/officeDocument/2006/relationships/slide" Target="/ppt/slides/slide15.xml" Id="R48af089748084442" /><Relationship Type="http://schemas.openxmlformats.org/officeDocument/2006/relationships/slide" Target="/ppt/slides/slide16.xml" Id="Rabe1bc8098894d72" /><Relationship Type="http://schemas.openxmlformats.org/officeDocument/2006/relationships/slide" Target="/ppt/slides/slide17.xml" Id="Rc3c093d760fa4715" /><Relationship Type="http://schemas.openxmlformats.org/officeDocument/2006/relationships/slide" Target="/ppt/slides/slide18.xml" Id="R1fbe22c324154732" /><Relationship Type="http://schemas.openxmlformats.org/officeDocument/2006/relationships/slide" Target="/ppt/slides/slide19.xml" Id="R4f95e3467bbc440c" /><Relationship Type="http://schemas.openxmlformats.org/officeDocument/2006/relationships/slide" Target="/ppt/slides/slide20.xml" Id="Re753e0e57cb8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22cdf28b9e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784cd549c74742" /><Relationship Type="http://schemas.openxmlformats.org/officeDocument/2006/relationships/notesMaster" Target="/ppt/notesMasters/notesMaster1.xml" Id="R17b23e586678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d925f9466148e8" /><Relationship Type="http://schemas.openxmlformats.org/officeDocument/2006/relationships/notesMaster" Target="/ppt/notesMasters/notesMaster1.xml" Id="R3ad4c1ca6c984d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3dbaeb909a45b1" /><Relationship Type="http://schemas.openxmlformats.org/officeDocument/2006/relationships/notesMaster" Target="/ppt/notesMasters/notesMaster1.xml" Id="Re4d202795f7441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07b363999479d" /><Relationship Type="http://schemas.openxmlformats.org/officeDocument/2006/relationships/notesMaster" Target="/ppt/notesMasters/notesMaster1.xml" Id="Rbd5c0e76047d44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23da5a4d443e6" /><Relationship Type="http://schemas.openxmlformats.org/officeDocument/2006/relationships/notesMaster" Target="/ppt/notesMasters/notesMaster1.xml" Id="R571fe5b775c648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5cbefce6ba4137" /><Relationship Type="http://schemas.openxmlformats.org/officeDocument/2006/relationships/notesMaster" Target="/ppt/notesMasters/notesMaster1.xml" Id="R57b04d85dfb342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8961590aa40b6" /><Relationship Type="http://schemas.openxmlformats.org/officeDocument/2006/relationships/notesMaster" Target="/ppt/notesMasters/notesMaster1.xml" Id="R94371550557643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07cb62ae534350" /><Relationship Type="http://schemas.openxmlformats.org/officeDocument/2006/relationships/notesMaster" Target="/ppt/notesMasters/notesMaster1.xml" Id="R3629df187f46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ad85ea286d426d" /><Relationship Type="http://schemas.openxmlformats.org/officeDocument/2006/relationships/notesMaster" Target="/ppt/notesMasters/notesMaster1.xml" Id="Rc6cb158356b846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9b426716cb491b" /><Relationship Type="http://schemas.openxmlformats.org/officeDocument/2006/relationships/notesMaster" Target="/ppt/notesMasters/notesMaster1.xml" Id="Re2b0b0fda1ca49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c9fed7989f4035" /><Relationship Type="http://schemas.openxmlformats.org/officeDocument/2006/relationships/notesMaster" Target="/ppt/notesMasters/notesMaster1.xml" Id="Rc4e00a7fcf5242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5c8c7fd4194f46" /><Relationship Type="http://schemas.openxmlformats.org/officeDocument/2006/relationships/notesMaster" Target="/ppt/notesMasters/notesMaster1.xml" Id="R635fc6cd563d4d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fba16ecabc4ea0" /><Relationship Type="http://schemas.openxmlformats.org/officeDocument/2006/relationships/notesMaster" Target="/ppt/notesMasters/notesMaster1.xml" Id="R81481748b1cd4b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ad3943f1da43e4" /><Relationship Type="http://schemas.openxmlformats.org/officeDocument/2006/relationships/notesMaster" Target="/ppt/notesMasters/notesMaster1.xml" Id="R19e754fa7b6940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75df25d5ff4741" /><Relationship Type="http://schemas.openxmlformats.org/officeDocument/2006/relationships/notesMaster" Target="/ppt/notesMasters/notesMaster1.xml" Id="R92ec37d324c141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0a153a9ce0404a" /><Relationship Type="http://schemas.openxmlformats.org/officeDocument/2006/relationships/notesMaster" Target="/ppt/notesMasters/notesMaster1.xml" Id="R171797308fcd46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fa312d1724416c" /><Relationship Type="http://schemas.openxmlformats.org/officeDocument/2006/relationships/notesMaster" Target="/ppt/notesMasters/notesMaster1.xml" Id="R0efffe1d90774d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a210975eb949e4" /><Relationship Type="http://schemas.openxmlformats.org/officeDocument/2006/relationships/notesMaster" Target="/ppt/notesMasters/notesMaster1.xml" Id="R6099102b9a134c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b37b706b2f42bb" /><Relationship Type="http://schemas.openxmlformats.org/officeDocument/2006/relationships/notesMaster" Target="/ppt/notesMasters/notesMaster1.xml" Id="R4575fb7c53a640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d237c73eb44e48" /><Relationship Type="http://schemas.openxmlformats.org/officeDocument/2006/relationships/notesMaster" Target="/ppt/notesMasters/notesMaster1.xml" Id="R1a00eed46a0243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curriculum source: EBIKE101 8-Day Curriculum Map and Day 1 continuity package.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1c50dfb304ed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3ef86969154225" /><Relationship Type="http://schemas.openxmlformats.org/officeDocument/2006/relationships/slideLayout" Target="/ppt/slideLayouts/slideLayout1.xml" Id="R252bb90c0903432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bb90c0903432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474453a0d4943" /><Relationship Type="http://schemas.openxmlformats.org/officeDocument/2006/relationships/notesSlide" Target="/ppt/notesSlides/notesSlide1.xml" Id="R0d0d139aa784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b502bf3fd4742" /><Relationship Type="http://schemas.openxmlformats.org/officeDocument/2006/relationships/notesSlide" Target="/ppt/notesSlides/notesSlide2.xml" Id="R24f19cb76761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23cca427d44b9" /><Relationship Type="http://schemas.openxmlformats.org/officeDocument/2006/relationships/notesSlide" Target="/ppt/notesSlides/notesSlide3.xml" Id="R2030774bcc11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08c685a114469" /><Relationship Type="http://schemas.openxmlformats.org/officeDocument/2006/relationships/notesSlide" Target="/ppt/notesSlides/notesSlide4.xml" Id="R3e72297b652a4d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fc6475774794" /><Relationship Type="http://schemas.openxmlformats.org/officeDocument/2006/relationships/notesSlide" Target="/ppt/notesSlides/notesSlide5.xml" Id="R0e5b1499944543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62d7e3ee74c02" /><Relationship Type="http://schemas.openxmlformats.org/officeDocument/2006/relationships/notesSlide" Target="/ppt/notesSlides/notesSlide6.xml" Id="R2b02ab95cc9442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38c58bbba42aa" /><Relationship Type="http://schemas.openxmlformats.org/officeDocument/2006/relationships/notesSlide" Target="/ppt/notesSlides/notesSlide7.xml" Id="R767dd4dabe7646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ee42056454038" /><Relationship Type="http://schemas.openxmlformats.org/officeDocument/2006/relationships/notesSlide" Target="/ppt/notesSlides/notesSlide8.xml" Id="R06642b564a324b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910e9af2a486e" /><Relationship Type="http://schemas.openxmlformats.org/officeDocument/2006/relationships/notesSlide" Target="/ppt/notesSlides/notesSlide9.xml" Id="R8e243806a37145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7717cb09e48e6" /><Relationship Type="http://schemas.openxmlformats.org/officeDocument/2006/relationships/notesSlide" Target="/ppt/notesSlides/notesSlide10.xml" Id="Ra118850bf22845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06560bbd14862" /><Relationship Type="http://schemas.openxmlformats.org/officeDocument/2006/relationships/notesSlide" Target="/ppt/notesSlides/notesSlide11.xml" Id="R77541ae029f94d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e17fd533c4108" /><Relationship Type="http://schemas.openxmlformats.org/officeDocument/2006/relationships/notesSlide" Target="/ppt/notesSlides/notesSlide12.xml" Id="R7187a9bd9d8f45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b3aaf9c2f4cdf" /><Relationship Type="http://schemas.openxmlformats.org/officeDocument/2006/relationships/notesSlide" Target="/ppt/notesSlides/notesSlide13.xml" Id="R4f74827ba1ba46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2588351a54e5c" /><Relationship Type="http://schemas.openxmlformats.org/officeDocument/2006/relationships/notesSlide" Target="/ppt/notesSlides/notesSlide14.xml" Id="R41f1e7e36dbe42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caa3cf13f4a46" /><Relationship Type="http://schemas.openxmlformats.org/officeDocument/2006/relationships/notesSlide" Target="/ppt/notesSlides/notesSlide15.xml" Id="Ree31fc6328fc41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3e91ecead4a66" /><Relationship Type="http://schemas.openxmlformats.org/officeDocument/2006/relationships/notesSlide" Target="/ppt/notesSlides/notesSlide16.xml" Id="R95b4db33312146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3d678c92a493e" /><Relationship Type="http://schemas.openxmlformats.org/officeDocument/2006/relationships/notesSlide" Target="/ppt/notesSlides/notesSlide17.xml" Id="R73e3d51d492f4e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9e2938fe64f2f" /><Relationship Type="http://schemas.openxmlformats.org/officeDocument/2006/relationships/notesSlide" Target="/ppt/notesSlides/notesSlide18.xml" Id="R16a89f8781e54e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6dab0b3734986" /><Relationship Type="http://schemas.openxmlformats.org/officeDocument/2006/relationships/notesSlide" Target="/ppt/notesSlides/notesSlide19.xml" Id="R4afe9412bf5548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1837260554008" /><Relationship Type="http://schemas.openxmlformats.org/officeDocument/2006/relationships/notesSlide" Target="/ppt/notesSlides/notesSlide20.xml" Id="R2d61deb38ca6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F9ABF1-0A5D-4A09-96AE-2919C67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EBIKE101 Day 3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7D5E61-C802-4AA8-947E-CC0B1CC1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Motors, Controllers, Throttle/PAS, and Signal Flow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2F8DA6-DE76-4A04-87B6-11EA0EE6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Trace the system before you test the system.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CC8B8E-2751-45B7-B4A1-17AD1684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02823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6224BA-825D-4458-B955-3985214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Today's question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7D2F08-AA02-43F9-924C-B9728CB4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How does rider input become controlled wheel motion, and where can that chain fail?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767867B-1573-43FE-8506-4C500BC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Day 35 | Wednesday, September 2, 2026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80DD28-43CA-4C64-89D7-33092FAD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2/20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4818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D46E47-5735-4AA4-9DF2-CD24DCBE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Core rule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B47113-3373-4155-BE60-9EDA7DFF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Power off first.</a:t>
            </a:r>
            <a:endParaRPr sz="3600"/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Trace before testing.</a:t>
            </a:r>
            <a:endParaRPr sz="3600"/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Control motion before adding power.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41FBEB-1916-45AF-94EC-571AD5DE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Unknown connector or unexpected motion means stop-work.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5ED3C6-FCA7-4AC3-9FED-195E2A85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3/20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66710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38D757B-5C0D-4DFE-A7E3-FCD1914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Two paths work together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BCFFFB-5AA1-4FCB-BA32-6CE748C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power path carries energy. The signal path tells the controller what to do.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BC05FA-08F7-48D8-A197-1C45A7E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Do not confuse a command with the energy that performs it.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A33CA0-64B0-49B3-A2FD-7EE381CD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4/20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0524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769B0C-F7FB-400D-88D6-6F15BEF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The motor makes torque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5FBC41-9FD3-4192-8E7E-DFD6EA23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motor converts controlled electrical energy into mechanical rotation.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98E7D1F-D523-44C1-A644-CFD1B71E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motor moves only after the rest of the system agrees.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C6B8B1-86A4-4B78-9213-3CE7A063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5/20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38792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59839F-F948-4EDF-9B50-CE8656B5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Hub drive and mid-drive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457A54-B068-4B3E-9380-2E9A32C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Hub motors turn a wheel. Mid-drives add torque through the bicycle drivetrain.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D50DCA-5C90-4A0F-ABDC-82918FD9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Different locations change mounting, service, and load paths.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4587690-2C03-495A-B35D-88C3005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6/20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04983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E5697E-5D75-4DC9-B689-81EB194C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The controller decides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679968-40D5-41EA-B325-4F12E0BA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It reads rider and safety inputs, then controls battery power sent to the motor.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9032EC-285C-43D7-AC1F-FEEB7826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A controller is the traffic cop between command and motion.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290B5B-9455-427A-BAFF-142A90C3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7/20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65591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6239EA-CD54-4EBC-9668-ED51F905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Rider inputs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6C0AB2-3BE1-42C0-9DD4-B857AD8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Throttle asks directly. PAS detects pedaling. The display sets modes and limits.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44AD52-9157-4081-B1C7-4A9119F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Inputs request motion. They do not make safe motion automatic.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EFD4E6-A37F-4793-BBB7-2B528702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8/20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07438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155CA-55FF-4274-A873-1062237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Brake cutoffs say stop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672FA7-2E5A-405E-89C6-36149877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When installed, a brake cutoff tells the controller to stop driving the motor.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194166-A411-4E4C-8842-4285F1EB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A safety input should override a go input.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264A0E-5270-4311-9387-5C40379C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9/20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9602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97382D-1F84-42AB-9BEF-23D8E9C7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Power path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07FC7C-321A-4AED-9A57-EFCF268D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Battery -&gt; fuse or protection -&gt; controller -&gt; motor -&gt; mechanical rotation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7EBC310-4E11-454D-90FB-A04B0ECE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This path carries the energy that does the work.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DBEDEC-8BD1-458C-AEC3-9D499C34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10/20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16137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6DE023-9922-4A7F-8159-3AC7535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Signal path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13181C-1757-4D48-AC30-D1D3EF35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Throttle, PAS, brakes, and display -&gt; controller decision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2FAAA6-CB19-4AF3-9B24-4BD3D93A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A tiny signal can command a much larger power path.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44C065-211B-422D-B1B8-361D3F2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11/20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5757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C159A2-C2F3-4B7E-BEA7-CB1E9B1E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Connector boundary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A6108A-9004-4775-BD68-12C8AE85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Never force, guess, back-probe, or disconnect an energized connector without approval.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CBA3C3C-9C89-4A0D-B581-4DE17AE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Match shape, pin count, keying, labels, and wire routing.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90DC88-12A4-4CA0-B09D-F255F39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12/20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619812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269E6C-AF4A-4A59-AD04-7EAD2AD0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Diagnostic order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E3C6E9-C2BC-40C5-A64F-81EEECDF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1. Make safe</a:t>
            </a:r>
            <a:endParaRPr sz="3600"/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2. Confirm the complaint</a:t>
            </a:r>
            <a:endParaRPr sz="3600"/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3. Trace the path</a:t>
            </a:r>
            <a:endParaRPr sz="3600"/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4. Test one point at a time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E9B162-46AA-4CE4-9E1A-7A74A97A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Check the system in order instead of replacing parts by mood.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76ACDB9-54B1-402C-833F-D823F3E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13/20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62440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5D8CF0-1DCE-453F-9BA8-1894693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Team roles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5BA274-8927-44E5-81E3-1859BDF5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Tracer. Connector inspector. Diagrammer. Reporter.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DDB2FB8-6112-41A3-A13A-62151B89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Every person owns one part of the evidence.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E709DDC-4FF4-43A6-BEFA-0E83E18C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14/20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44860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DC94A9-94DA-4AC3-BBBA-066B95A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Lab A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41547C-AFBF-4B57-8349-778991A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Identify every control and power component.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28DF384-703A-414A-9619-931B1E0B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Battery, controller, motor, display, throttle/PAS, brake cutoffs, connectors.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70A4FD-00D7-4CED-95A1-4CC45374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15/20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51498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70F5C2-EE39-4135-A738-BF449F5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Lab B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C0676A-7947-4AAF-88C5-39DA25F9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Draw the power path and signal path separately.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51F5D2-BB8C-4A47-906B-F4BCA63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Then show where both paths meet at the controller.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9E8C71-28EB-41E8-856B-34D89B7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16/20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28541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3AFD19-4E72-4BB2-952E-9D252E57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Lab C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E051C6-640E-4033-BDAD-B3A302B4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Trace one no-assist fault without swapping parts.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8998D2-AB6A-407C-B296-B9D7BEAE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Prove each checkpoint before moving to the next one.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4FC091-E286-471C-8EF2-02B24CB7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17/20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362127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74264A-783E-47EA-A84B-C23C218B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Winning condition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F841C2-3FDC-42DC-AFD2-9D799D1B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Name the path. Mark the checkpoints. Explain the first safe test.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C0CEE61-C8D0-41F9-8C86-E80CB466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Evidence first. Motion last.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F17D7A-BFBD-4EEC-B788-88FF2AEC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18/20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113339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8C2D2F-53A3-465D-A3B1-AF794159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Tomorrow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AECDAC-D0BC-48EA-A899-2D85CF93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Battery, BMS, charging, connectors, and electrical safety.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717337-531B-4B88-989D-CD6F36F8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Stored energy gets its own rules because it keeps working after class ends.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580B9A-5630-4ADF-A315-6559DF5B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19/20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186418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079FD5-79D2-4A64-B4BA-B27A10A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Quote of the day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7D825C-31B6-412B-87C6-CDF5CB2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0789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Trace the system. Do not guess at it.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D80F2F-4070-4D22-A143-F6A649D2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10424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| CTS Cohort 6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6C14BB-C955-4520-9C9A-EF25BF0D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636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ptos"/>
                <a:ea typeface="Aptos"/>
                <a:cs typeface="Aptos"/>
              </a:rPr>
              <a:t>EBIKE101 Day 3 | 20/20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489524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2026-09-02T17:12:30.9540000Z</dcterms:created>
  <dcterms:modified xsi:type="dcterms:W3CDTF">2026-09-02T17:12:30.9540000Z</dcterms:modified>
</coreProperties>
</file>