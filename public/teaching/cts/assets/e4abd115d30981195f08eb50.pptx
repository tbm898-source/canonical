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EBIKE101 Day 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107899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Introduction, Rider Safety, and System Inspection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480060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micro-mobility starts before the throttle moves.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6263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EBIKE101 Day 1 | 1/20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Today's question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107899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an e-bike different from a bicycle, and what must be proven safe before anybody rides it?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480060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33 | Monday, August 31,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6263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EBIKE101 Day 1 | 2/20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rule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107899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ride.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throttle test.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powered wheel spin.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480060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Until the bike passes a visible safety check.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6263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EBIKE101 Day 1 | 3/20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bicycle is already a system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107899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Frame, fork, wheels, tires, brakes, drivetrain, cockpit, and rider contact points.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480060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Electricity does not fix loose wheels.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6263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EBIKE101 Day 1 | 4/20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e-bike adds more systems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107899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Battery, controller, motor, display, throttle or pedal assist, wiring, connectors, charger, and cutoffs.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480060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capability means more inspection. Amazing how physics keeps having opinions.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6263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EBIKE101 Day 1 | 5/20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Conventional bike checks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107899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Tires. Brakes. Wheels. Steering. Drivetrain. Seat. Pedals. Frame and fork.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480060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bicycle is unsafe, the e-bike is unsafe.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6263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EBIKE101 Day 1 | 6/20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E-bike system checks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107899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Battery condition. Battery mount. Controller mount. Wiring path. Connectors. Display. Throttle or PAS. Charger.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480060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Turning on is not the same as safe.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6263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EBIKE101 Day 1 | 7/20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flow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107899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Rider input -&gt; controller -&gt; battery power -&gt; motor -&gt; wheel motion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480060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rider asks. The controller decides. The motor moves.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6263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EBIKE101 Day 1 | 8/20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Battery boundary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107899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swollen, hot, damaged, wet, unknown, or mismatched battery or charger gets used.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480060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Stored energy deserves respect.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6263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EBIKE101 Day 1 | 9/20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Wiring boundary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107899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wires near tires, chains, cranks, brake rotors, sharp edges, heat, or pinch points.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480060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Loose wires are future problems volunteering early.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6263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EBIKE101 Day 1 | 10/20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Pre-ride categories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107899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Mechanical. Electrical. Rider control. Area and route. Documentation.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480060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Pass, fail, or instructor review. No fantasy category called “probably fine.”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6263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EBIKE101 Day 1 | 11/20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Stop-work triggers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107899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Unexpected motion. Loose battery. Failed brakes. Wheel rub. Damaged wiring. Unknown charger. Unsafe joke becoming unsafe behavior.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49808" y="480060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 the work before the work teaches the lesson the hard way.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6263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EBIKE101 Day 1 | 12/20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roles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107899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Inspector 1: mechanical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Inspector 2: electrical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Recorder: notes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Reporter: debrief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480060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 keep the lab from becoming six humans orbiting one bike.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6263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EBIKE101 Day 1 | 13/20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107899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Inspect the mechanical bike first.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480060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Frame, fork, wheels, tires, brakes, steering, drivetrain, contact points.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6263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EBIKE101 Day 1 | 14/20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B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107899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Inspect the e-bike systems second.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480060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Battery, motor, controller, wiring, connectors, display, throttle/PAS, charger, cutoffs.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6263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EBIKE101 Day 1 | 15/20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C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107899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Draw the system flow and mark what could fail.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480060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-&gt; control -&gt; power -&gt; motion -&gt; rider.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6263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EBIKE101 Day 1 | 16/20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Winning condition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107899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 it. Name it. Document it. Explain the safe next step.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480060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guessing. No sending it. Humanity has tested that.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6263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EBIKE101 Day 1 | 17/20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Debrief questions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107899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mechanical risk did you find?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electrical risk did you find?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rider-control risk did you find?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480060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be checked first tomorrow?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6263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EBIKE101 Day 1 | 18/20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Tomorrow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107899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Bicycle mechanics foundations.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480060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conversion, the bike itself has to be worthy of electricity.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6263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EBIKE101 Day 1 | 19/20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Quote of the day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107899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only comes after control is proven.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480060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EBIKE101 | CTS Cohort 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6263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EBIKE101 Day 1 | 20/20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33 EBIKE101 Introduction Rider Safety and System Inspection</dc:title>
  <dc:subject>EBIKE101 Day 1</dc:subject>
  <dc:creator>Alternative Youth Activities</dc:creator>
  <cp:lastModifiedBy>Alternative Youth Activities</cp:lastModifiedBy>
  <cp:revision>1</cp:revision>
  <dcterms:created xsi:type="dcterms:W3CDTF">2026-08-31T17:18:50Z</dcterms:created>
  <dcterms:modified xsi:type="dcterms:W3CDTF">2026-08-31T17:18:50Z</dcterms:modified>
</cp:coreProperties>
</file>