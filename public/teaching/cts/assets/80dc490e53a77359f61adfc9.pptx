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7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 Planning Mechanical Layout and JHA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23 | Wednesday, August 12,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plan an installation before touching hardware: layout, material staging, wire routes, access, roof or ground hazards, tool control, quality checks, and job hazard analysis.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 a design into a sequenced work plan.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mechanical, electrical, fall, weather, access, and tool hazards.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a material/tool list that matches the scope.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checklists to prevent skipped steps and hidden coupling.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 the install before lifting parts.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Plan and Job Hazard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create a one-day install plan for a training system and defend the safety controls before work begins.</a:t>
            </a:r>
            <a:endParaRPr lang="en-US" sz="1800" dirty="0"/>
          </a:p>
        </p:txBody>
      </p:sp>
      <p:pic>
        <p:nvPicPr>
          <p:cNvPr id="6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Tabletop PV training kit build: no energized connections until inspection.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Mock roof rack layout: rails, clamps, wire management, no live module connection.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 conversion equipment board: battery/inverter/controller placement and service clearances.</a:t>
            </a:r>
            <a:endParaRPr lang="en-US" sz="1800" dirty="0"/>
          </a:p>
        </p:txBody>
      </p:sp>
      <p:pic>
        <p:nvPicPr>
          <p:cNvPr id="8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 scenario and define the scope in one sentence.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a sequenced work plan: setup, layout, mounting/staging, wiring route, checks, cleanup.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a JHA with hazards, controls, PPE, and stop-work triggers.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a material/tool list and mark missing items.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at least three quality hold points.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one step your team added that prevents a mistake before it becomes expensive or unsafe?</a:t>
            </a:r>
            <a:endParaRPr lang="en-US" sz="1800" dirty="0"/>
          </a:p>
        </p:txBody>
      </p:sp>
      <p:pic>
        <p:nvPicPr>
          <p:cNvPr id="6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8 uses commissioning and troubleshooting to verify the system and complete a professional handoff.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 the install before lifting parts.</a:t>
            </a:r>
            <a:endParaRPr lang="en-US" sz="1800" dirty="0"/>
          </a:p>
        </p:txBody>
      </p:sp>
      <p:pic>
        <p:nvPicPr>
          <p:cNvPr id="5" name="Image 0" descr="/mnt/data/PV102_Day_02_to_08_Cohort_06/_slide_assets/day_7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07 | Wednesday, August 12,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the install before lifting parts.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7: Installation Planning Mechanical Layout and JHA</dc:title>
  <dc:subject>PV102 Day 7</dc:subject>
  <dc:creator>CTS Curriculum System</dc:creator>
  <cp:lastModifiedBy>CTS Curriculum System</cp:lastModifiedBy>
  <cp:revision>1</cp:revision>
  <dcterms:created xsi:type="dcterms:W3CDTF">2026-08-03T18:34:57Z</dcterms:created>
  <dcterms:modified xsi:type="dcterms:W3CDTF">2026-08-03T18:34:57Z</dcterms:modified>
</cp:coreProperties>
</file>