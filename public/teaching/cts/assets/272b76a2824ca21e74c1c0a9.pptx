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8BDF8"/>
                </a:solidFill>
                <a:latin typeface="Arial"/>
              </a:rPr>
              <a:t>Day 38 EBIKE101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rial"/>
              </a:rPr>
              <a:t>E-bike Homunculous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CBD5E1"/>
                </a:solidFill>
                <a:latin typeface="Arial"/>
              </a:rPr>
              <a:t>Find what is present, what is missing, what is unsafe, and what needs finishing before power or riding.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A34A"/>
                </a:solidFill>
                <a:latin typeface="Arial"/>
              </a:rPr>
              <a:t>Tuesday |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Today’s real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Diagnose the unfinished e-bike build without guessing.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Build a parts and finish-work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Begin safe approved work only after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Document every symptom, measurement, and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The diagnosis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Inventory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De-energize before continuity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Trace source → protection → control → 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Power testing comes after mechanical and electrical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System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Battery present and voltage known?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Fuse or breaker present and correctly placed?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Controller mounted and labeled?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Display, PAS, throttle, brake cutoffs identified?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33671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Motor cable protected from pull, rub, and wheel movement?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Likely failure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Blown fuse or bad fuse holder.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Loose or mismatched connector.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Missing throttle or control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Brake cutoff stuck 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33671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PAS sensor misaligned.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3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Battery switch, BMS, or connector not passing power.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Safety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No ride testing until instructor clears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No live continuity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No bypassing fuses.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No “larger fuse fixes it” nonsense.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33671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No hands near moving chain, wheel, or rotor during powered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Team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Lead diagnostician: keeps the fault tree organized.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Meter lead: takes and calls out measurements.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Recorder: logs symptoms, measurements, changes, and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Safety spotter: watches hands, wheels, cables, and battery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Fault tree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1. Mechanical safe to inspect?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2. Battery and protection path verified?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3. Controller powered?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4. Display wakes?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33671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5. Inputs identified?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3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6. Motor phases/hall/PAS/brake signals checked?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50407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7. Safe low-power test approved?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Finish-work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Must finish before power.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Must finish before ride.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Nice to improve if time allows.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Parts/tools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33671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Final verification evidence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The lesson underneath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The smallest cheapest part can stop the largest expensive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A hidden bad fuse can look like a dead motor, controller, or battery.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Good technicians verify before replacing expensive parts.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Documentation turns chaos into progress.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Arial"/>
              </a:rPr>
              <a:t>CTS Cohort 6 | EBIKE101 | Day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rial"/>
              </a:rPr>
              <a:t>Exit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By the end of class, every team should know: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What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169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What does not work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7530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What is missing.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33671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What must be verified before power or riding.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3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8FC"/>
                </a:solidFill>
                <a:latin typeface="Arial"/>
              </a:rPr>
              <a:t>• What the next safe work step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