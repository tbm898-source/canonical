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ec4a470174077" /><Relationship Type="http://schemas.openxmlformats.org/officeDocument/2006/relationships/extended-properties" Target="/docProps/app.xml" Id="Re9a5fbc69fc74c48" /><Relationship Type="http://schemas.openxmlformats.org/officeDocument/2006/relationships/officeDocument" Target="/ppt/presentation.xml" Id="R630f407acb5d4f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2a85dbc9c4186"/>
  </p:sldMasterIdLst>
  <p:notesMasterIdLst>
    <p:notesMasterId xmlns:r="http://schemas.openxmlformats.org/officeDocument/2006/relationships" r:id="R64e308f78cd445fa"/>
  </p:notesMasterIdLst>
  <p:sldIdLst>
    <p:sldId xmlns:r="http://schemas.openxmlformats.org/officeDocument/2006/relationships" id="256" r:id="R14a8d6f992b9455f"/>
    <p:sldId xmlns:r="http://schemas.openxmlformats.org/officeDocument/2006/relationships" id="257" r:id="Rd43a9925fba1439a"/>
    <p:sldId xmlns:r="http://schemas.openxmlformats.org/officeDocument/2006/relationships" id="258" r:id="R217f0e80abbe49cd"/>
    <p:sldId xmlns:r="http://schemas.openxmlformats.org/officeDocument/2006/relationships" id="259" r:id="Ra3acaab54d0e451a"/>
    <p:sldId xmlns:r="http://schemas.openxmlformats.org/officeDocument/2006/relationships" id="260" r:id="R817651b7234b4547"/>
    <p:sldId xmlns:r="http://schemas.openxmlformats.org/officeDocument/2006/relationships" id="261" r:id="R569620b5be634055"/>
    <p:sldId xmlns:r="http://schemas.openxmlformats.org/officeDocument/2006/relationships" id="262" r:id="Rca0917270c4a40d4"/>
    <p:sldId xmlns:r="http://schemas.openxmlformats.org/officeDocument/2006/relationships" id="263" r:id="R0046215146a44304"/>
    <p:sldId xmlns:r="http://schemas.openxmlformats.org/officeDocument/2006/relationships" id="264" r:id="R0606fdd37f224587"/>
    <p:sldId xmlns:r="http://schemas.openxmlformats.org/officeDocument/2006/relationships" id="265" r:id="R0ce19d1f608547b3"/>
    <p:sldId xmlns:r="http://schemas.openxmlformats.org/officeDocument/2006/relationships" id="266" r:id="R47332735c6174b3d"/>
    <p:sldId xmlns:r="http://schemas.openxmlformats.org/officeDocument/2006/relationships" id="267" r:id="R9213cf50ac244f61"/>
    <p:sldId xmlns:r="http://schemas.openxmlformats.org/officeDocument/2006/relationships" id="268" r:id="Rbbb3129c8f4d46ec"/>
    <p:sldId xmlns:r="http://schemas.openxmlformats.org/officeDocument/2006/relationships" id="269" r:id="Rb86686d7d17840be"/>
    <p:sldId xmlns:r="http://schemas.openxmlformats.org/officeDocument/2006/relationships" id="270" r:id="Rdb448a6a68b04367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0ccd8f21d48ec" /><Relationship Type="http://schemas.openxmlformats.org/officeDocument/2006/relationships/slideMaster" Target="/ppt/slideMasters/slideMaster1.xml" Id="R17f2a85dbc9c4186" /><Relationship Type="http://schemas.openxmlformats.org/officeDocument/2006/relationships/notesMaster" Target="/ppt/notesMasters/notesMaster1.xml" Id="R64e308f78cd445fa" /><Relationship Type="http://schemas.openxmlformats.org/officeDocument/2006/relationships/presProps" Target="/ppt/presProps.xml" Id="Rc170490757554a35" /><Relationship Type="http://schemas.openxmlformats.org/officeDocument/2006/relationships/viewProps" Target="/ppt/viewProps.xml" Id="Rf8b75f5e968c4ea5" /><Relationship Type="http://schemas.openxmlformats.org/officeDocument/2006/relationships/tableStyles" Target="/ppt/tableStyles.xml" Id="R5a67753db8944119" /><Relationship Type="http://schemas.openxmlformats.org/officeDocument/2006/relationships/slide" Target="/ppt/slides/slide1.xml" Id="R14a8d6f992b9455f" /><Relationship Type="http://schemas.openxmlformats.org/officeDocument/2006/relationships/slide" Target="/ppt/slides/slide2.xml" Id="Rd43a9925fba1439a" /><Relationship Type="http://schemas.openxmlformats.org/officeDocument/2006/relationships/slide" Target="/ppt/slides/slide3.xml" Id="R217f0e80abbe49cd" /><Relationship Type="http://schemas.openxmlformats.org/officeDocument/2006/relationships/slide" Target="/ppt/slides/slide4.xml" Id="Ra3acaab54d0e451a" /><Relationship Type="http://schemas.openxmlformats.org/officeDocument/2006/relationships/slide" Target="/ppt/slides/slide5.xml" Id="R817651b7234b4547" /><Relationship Type="http://schemas.openxmlformats.org/officeDocument/2006/relationships/slide" Target="/ppt/slides/slide6.xml" Id="R569620b5be634055" /><Relationship Type="http://schemas.openxmlformats.org/officeDocument/2006/relationships/slide" Target="/ppt/slides/slide7.xml" Id="Rca0917270c4a40d4" /><Relationship Type="http://schemas.openxmlformats.org/officeDocument/2006/relationships/slide" Target="/ppt/slides/slide8.xml" Id="R0046215146a44304" /><Relationship Type="http://schemas.openxmlformats.org/officeDocument/2006/relationships/slide" Target="/ppt/slides/slide9.xml" Id="R0606fdd37f224587" /><Relationship Type="http://schemas.openxmlformats.org/officeDocument/2006/relationships/slide" Target="/ppt/slides/slide10.xml" Id="R0ce19d1f608547b3" /><Relationship Type="http://schemas.openxmlformats.org/officeDocument/2006/relationships/slide" Target="/ppt/slides/slide11.xml" Id="R47332735c6174b3d" /><Relationship Type="http://schemas.openxmlformats.org/officeDocument/2006/relationships/slide" Target="/ppt/slides/slide12.xml" Id="R9213cf50ac244f61" /><Relationship Type="http://schemas.openxmlformats.org/officeDocument/2006/relationships/slide" Target="/ppt/slides/slide13.xml" Id="Rbbb3129c8f4d46ec" /><Relationship Type="http://schemas.openxmlformats.org/officeDocument/2006/relationships/slide" Target="/ppt/slides/slide14.xml" Id="Rb86686d7d17840be" /><Relationship Type="http://schemas.openxmlformats.org/officeDocument/2006/relationships/slide" Target="/ppt/slides/slide15.xml" Id="Rdb448a6a68b0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dc7077d39d4e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de1f29c954743" /><Relationship Type="http://schemas.openxmlformats.org/officeDocument/2006/relationships/notesMaster" Target="/ppt/notesMasters/notesMaster1.xml" Id="R7ff10cf0089d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c3f54eb5474e6a" /><Relationship Type="http://schemas.openxmlformats.org/officeDocument/2006/relationships/notesMaster" Target="/ppt/notesMasters/notesMaster1.xml" Id="R70c0089f8e82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f78e7ad214a53" /><Relationship Type="http://schemas.openxmlformats.org/officeDocument/2006/relationships/notesMaster" Target="/ppt/notesMasters/notesMaster1.xml" Id="R7519845daa1243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117b3c6784f97" /><Relationship Type="http://schemas.openxmlformats.org/officeDocument/2006/relationships/notesMaster" Target="/ppt/notesMasters/notesMaster1.xml" Id="R376883872421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1359becd854cba" /><Relationship Type="http://schemas.openxmlformats.org/officeDocument/2006/relationships/notesMaster" Target="/ppt/notesMasters/notesMaster1.xml" Id="R46fc3da767ad43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ae7811747e4cd6" /><Relationship Type="http://schemas.openxmlformats.org/officeDocument/2006/relationships/notesMaster" Target="/ppt/notesMasters/notesMaster1.xml" Id="R496a13f3df40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cd050244d4b02" /><Relationship Type="http://schemas.openxmlformats.org/officeDocument/2006/relationships/notesMaster" Target="/ppt/notesMasters/notesMaster1.xml" Id="R95aaae04622249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d0b346ecfb47bb" /><Relationship Type="http://schemas.openxmlformats.org/officeDocument/2006/relationships/notesMaster" Target="/ppt/notesMasters/notesMaster1.xml" Id="R28a672bf6970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db272acb274a38" /><Relationship Type="http://schemas.openxmlformats.org/officeDocument/2006/relationships/notesMaster" Target="/ppt/notesMasters/notesMaster1.xml" Id="R7e93f5df780f45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605ff0759418b" /><Relationship Type="http://schemas.openxmlformats.org/officeDocument/2006/relationships/notesMaster" Target="/ppt/notesMasters/notesMaster1.xml" Id="R61574c0760d145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64f0b6f9d8475d" /><Relationship Type="http://schemas.openxmlformats.org/officeDocument/2006/relationships/notesMaster" Target="/ppt/notesMasters/notesMaster1.xml" Id="R88ab4a2fbdd94c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600cfd8d0a4c1d" /><Relationship Type="http://schemas.openxmlformats.org/officeDocument/2006/relationships/notesMaster" Target="/ppt/notesMasters/notesMaster1.xml" Id="R3c5f7d7f9a4249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d718a6755f4a4e" /><Relationship Type="http://schemas.openxmlformats.org/officeDocument/2006/relationships/notesMaster" Target="/ppt/notesMasters/notesMaster1.xml" Id="R046d50923e4945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28bf1c79844af7" /><Relationship Type="http://schemas.openxmlformats.org/officeDocument/2006/relationships/notesMaster" Target="/ppt/notesMasters/notesMaster1.xml" Id="R0b733131cd2e4b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4db17aa460476d" /><Relationship Type="http://schemas.openxmlformats.org/officeDocument/2006/relationships/notesMaster" Target="/ppt/notesMasters/notesMaster1.xml" Id="R95cdada4fc56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63c3c495348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7b89060784996" /><Relationship Type="http://schemas.openxmlformats.org/officeDocument/2006/relationships/slideLayout" Target="/ppt/slideLayouts/slideLayout1.xml" Id="R1ed9641d213c442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9641d213c442c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26e419ea9488c" /><Relationship Type="http://schemas.openxmlformats.org/officeDocument/2006/relationships/notesSlide" Target="/ppt/notesSlides/notesSlide1.xml" Id="Rec4e807a6cfa4b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3f6a0db74c69" /><Relationship Type="http://schemas.openxmlformats.org/officeDocument/2006/relationships/notesSlide" Target="/ppt/notesSlides/notesSlide2.xml" Id="Rf9d98800d79243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9edd78d404753" /><Relationship Type="http://schemas.openxmlformats.org/officeDocument/2006/relationships/notesSlide" Target="/ppt/notesSlides/notesSlide3.xml" Id="R2ae4c6854b9542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53ffc1c746a1" /><Relationship Type="http://schemas.openxmlformats.org/officeDocument/2006/relationships/notesSlide" Target="/ppt/notesSlides/notesSlide4.xml" Id="R9fafae49c232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7a259bd2b43b7" /><Relationship Type="http://schemas.openxmlformats.org/officeDocument/2006/relationships/notesSlide" Target="/ppt/notesSlides/notesSlide5.xml" Id="R7478a8a2844240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32418eaad4b88" /><Relationship Type="http://schemas.openxmlformats.org/officeDocument/2006/relationships/notesSlide" Target="/ppt/notesSlides/notesSlide6.xml" Id="Rad5f029c9d084f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a072d6f5d44b9" /><Relationship Type="http://schemas.openxmlformats.org/officeDocument/2006/relationships/notesSlide" Target="/ppt/notesSlides/notesSlide7.xml" Id="R82078e1aeab2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53aed6525456d" /><Relationship Type="http://schemas.openxmlformats.org/officeDocument/2006/relationships/notesSlide" Target="/ppt/notesSlides/notesSlide8.xml" Id="R857d78d3b67248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522333fd84805" /><Relationship Type="http://schemas.openxmlformats.org/officeDocument/2006/relationships/notesSlide" Target="/ppt/notesSlides/notesSlide9.xml" Id="Rf30993b86a2e4e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ad71b9b434ddb" /><Relationship Type="http://schemas.openxmlformats.org/officeDocument/2006/relationships/notesSlide" Target="/ppt/notesSlides/notesSlide10.xml" Id="Rc4a6aa9195af46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1178dd0a440cf" /><Relationship Type="http://schemas.openxmlformats.org/officeDocument/2006/relationships/notesSlide" Target="/ppt/notesSlides/notesSlide11.xml" Id="R78f3332bc41e49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b6d16e3343c4" /><Relationship Type="http://schemas.openxmlformats.org/officeDocument/2006/relationships/notesSlide" Target="/ppt/notesSlides/notesSlide12.xml" Id="Rccaee154d31444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6f163d8a14ed6" /><Relationship Type="http://schemas.openxmlformats.org/officeDocument/2006/relationships/notesSlide" Target="/ppt/notesSlides/notesSlide13.xml" Id="R74ce691241134a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7f9a7c6f149fa" /><Relationship Type="http://schemas.openxmlformats.org/officeDocument/2006/relationships/notesSlide" Target="/ppt/notesSlides/notesSlide14.xml" Id="R9f231d850b954d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3af47e2a64754" /><Relationship Type="http://schemas.openxmlformats.org/officeDocument/2006/relationships/notesSlide" Target="/ppt/notesSlides/notesSlide15.xml" Id="Rf6947bcb1bc146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4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Supply, DWV, P-trap assembly, dry verification, and system coordination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ALIGN FIRST. TIGHTEN SECOND.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Dry classroom verification only unless the instructor controls a separate test.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11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to force fittings together. The goal is an aligned, explainable path.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System map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Trap demo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Dry checks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Build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Fault-find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separate supply from drain-waste-vent functions.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dry-fit, inspect, fault-find, correct, and map a capstone path.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parts identified, fault documented, station dry and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Supply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pressure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Shutoff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isolation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Fixture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use point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P-trap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seal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DWV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gravity path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Differentiate supply and drain-waste-vent functions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Explain fixture, trap, and shutoff roles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Plan a training plumbing path through framing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Assemble and troubleshoot a dry rolling-sink/P-trap module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Supply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Shutoff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Fixture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Tailpiece +</a:t>
            </a:r>
          </a:p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P-trap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Trap arm +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drain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Trace pressure toward the fixture and gravity away from it. Keep the full path accessible for inspection.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Inventory parts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Dry-fit path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Align + hand assemble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troubleshoot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Orient washers before tightening. Correct cross-threading or damaged parts instead of applying more force.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Builder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assembles path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540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checks parts + alignment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maps + records fault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Rotate after the first dry assembly.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Inspector names each part and checks thread start, washer orientation, and access.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Change one condition at a time.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Correct parts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Washer orientation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Threads start clean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Path aligned + accessible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Inspect before tightening.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reliable diagnosis records expected condition, observed condition, one correction, and a dry recheck.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uncontrolled water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Electrical zone separate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unapproved drilling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409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Stop damaged parts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Wipe unexpected moisture immediately. Keep cords and electrical equipment out of the plumbing station. No structural penetration without approval.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15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path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dry-fit -&gt; align -&gt; tighten -&gt; inspect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04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Bad habit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force threads -&gt; hide leak path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Cross-threading and misaligned washers do not improve with confidence. Stop, disassemble, identify the fault, and correct it.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Inventory every fitting and washer.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Trace supply and drain paths separately.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Start slip nuts by hand.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Keep joints aligned and accessible.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Correct one fault, dry-reverify, and document.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Part does not seat? Stop forcing it.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Module inventory complete.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Supply and drain paths traced.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Parts inspected for cracks or damage.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Washers oriented before assembly.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No water/pressure test without authorization.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Capstone path avoids electrical boxes.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Map + inventory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Dry-fit + assemble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Diagnose one fault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Correct + dry-recheck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Rebuild the rolling sink/P-trap module, then map a coordinated plumbing pathway on the capstone wall.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15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Name the fault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Record evidence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Correct one issue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Dry-reverify + reset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Keep the station dry. Record the part, condition, correction, and result before returning the module.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System map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supply + drain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Done: ________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Parts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correct + sound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Washers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orientation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Threads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clean start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Alignment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accessible path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Capstone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coordinated route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Sketch: 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No dry inspection, no approval. Alignment is easiest to correct before tightening.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RCS04 | Day 12 | July 23,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Draw the fixture-to-drain path through the P-trap.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Name one fault and the evidence that revealed it.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today's water and drilling boundaries.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Module dry. Parts counted. Fault documented. Station reset.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2026-07-20T22:24:41.4550000Z</dcterms:created>
  <dcterms:modified xsi:type="dcterms:W3CDTF">2026-07-20T22:24:41.4550000Z</dcterms:modified>
</coreProperties>
</file>