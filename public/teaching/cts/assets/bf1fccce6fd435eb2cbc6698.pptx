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a3e4380164604" /><Relationship Type="http://schemas.openxmlformats.org/officeDocument/2006/relationships/extended-properties" Target="/docProps/app.xml" Id="Rba7510bb956b4a3f" /><Relationship Type="http://schemas.openxmlformats.org/officeDocument/2006/relationships/officeDocument" Target="/ppt/presentation.xml" Id="Rfc317119b783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c87a083f74986"/>
  </p:sldMasterIdLst>
  <p:notesMasterIdLst>
    <p:notesMasterId xmlns:r="http://schemas.openxmlformats.org/officeDocument/2006/relationships" r:id="R9b1c82ccfc11443f"/>
  </p:notesMasterIdLst>
  <p:sldIdLst>
    <p:sldId xmlns:r="http://schemas.openxmlformats.org/officeDocument/2006/relationships" id="256" r:id="Rbb934e9ec22a4578"/>
    <p:sldId xmlns:r="http://schemas.openxmlformats.org/officeDocument/2006/relationships" id="257" r:id="R5e2d5423d0ab4c4b"/>
    <p:sldId xmlns:r="http://schemas.openxmlformats.org/officeDocument/2006/relationships" id="258" r:id="Rcf730c187df543ab"/>
    <p:sldId xmlns:r="http://schemas.openxmlformats.org/officeDocument/2006/relationships" id="259" r:id="R3b09886046964712"/>
    <p:sldId xmlns:r="http://schemas.openxmlformats.org/officeDocument/2006/relationships" id="260" r:id="R1e085ac8357e4c8c"/>
    <p:sldId xmlns:r="http://schemas.openxmlformats.org/officeDocument/2006/relationships" id="261" r:id="Rc29bf2fdcd1f43ea"/>
    <p:sldId xmlns:r="http://schemas.openxmlformats.org/officeDocument/2006/relationships" id="262" r:id="Rb29d9f8209d64145"/>
    <p:sldId xmlns:r="http://schemas.openxmlformats.org/officeDocument/2006/relationships" id="263" r:id="R4f46f78602424c31"/>
    <p:sldId xmlns:r="http://schemas.openxmlformats.org/officeDocument/2006/relationships" id="264" r:id="Ra4bec3509ac54a3e"/>
    <p:sldId xmlns:r="http://schemas.openxmlformats.org/officeDocument/2006/relationships" id="265" r:id="R1a0f0868b3eb4f74"/>
    <p:sldId xmlns:r="http://schemas.openxmlformats.org/officeDocument/2006/relationships" id="266" r:id="Rb7caa597d0ad4dde"/>
    <p:sldId xmlns:r="http://schemas.openxmlformats.org/officeDocument/2006/relationships" id="267" r:id="R556c30a970594114"/>
    <p:sldId xmlns:r="http://schemas.openxmlformats.org/officeDocument/2006/relationships" id="268" r:id="R6b01097be5d14222"/>
    <p:sldId xmlns:r="http://schemas.openxmlformats.org/officeDocument/2006/relationships" id="269" r:id="R5b67134bb0354652"/>
    <p:sldId xmlns:r="http://schemas.openxmlformats.org/officeDocument/2006/relationships" id="270" r:id="R4776cd9256b24e72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170be4f89743ea" /><Relationship Type="http://schemas.openxmlformats.org/officeDocument/2006/relationships/slideMaster" Target="/ppt/slideMasters/slideMaster1.xml" Id="R472c87a083f74986" /><Relationship Type="http://schemas.openxmlformats.org/officeDocument/2006/relationships/notesMaster" Target="/ppt/notesMasters/notesMaster1.xml" Id="R9b1c82ccfc11443f" /><Relationship Type="http://schemas.openxmlformats.org/officeDocument/2006/relationships/presProps" Target="/ppt/presProps.xml" Id="R61d6a74e090248bf" /><Relationship Type="http://schemas.openxmlformats.org/officeDocument/2006/relationships/viewProps" Target="/ppt/viewProps.xml" Id="Rda32473ad7724f5d" /><Relationship Type="http://schemas.openxmlformats.org/officeDocument/2006/relationships/tableStyles" Target="/ppt/tableStyles.xml" Id="R6f259e8d698d4395" /><Relationship Type="http://schemas.openxmlformats.org/officeDocument/2006/relationships/slide" Target="/ppt/slides/slide1.xml" Id="Rbb934e9ec22a4578" /><Relationship Type="http://schemas.openxmlformats.org/officeDocument/2006/relationships/slide" Target="/ppt/slides/slide2.xml" Id="R5e2d5423d0ab4c4b" /><Relationship Type="http://schemas.openxmlformats.org/officeDocument/2006/relationships/slide" Target="/ppt/slides/slide3.xml" Id="Rcf730c187df543ab" /><Relationship Type="http://schemas.openxmlformats.org/officeDocument/2006/relationships/slide" Target="/ppt/slides/slide4.xml" Id="R3b09886046964712" /><Relationship Type="http://schemas.openxmlformats.org/officeDocument/2006/relationships/slide" Target="/ppt/slides/slide5.xml" Id="R1e085ac8357e4c8c" /><Relationship Type="http://schemas.openxmlformats.org/officeDocument/2006/relationships/slide" Target="/ppt/slides/slide6.xml" Id="Rc29bf2fdcd1f43ea" /><Relationship Type="http://schemas.openxmlformats.org/officeDocument/2006/relationships/slide" Target="/ppt/slides/slide7.xml" Id="Rb29d9f8209d64145" /><Relationship Type="http://schemas.openxmlformats.org/officeDocument/2006/relationships/slide" Target="/ppt/slides/slide8.xml" Id="R4f46f78602424c31" /><Relationship Type="http://schemas.openxmlformats.org/officeDocument/2006/relationships/slide" Target="/ppt/slides/slide9.xml" Id="Ra4bec3509ac54a3e" /><Relationship Type="http://schemas.openxmlformats.org/officeDocument/2006/relationships/slide" Target="/ppt/slides/slide10.xml" Id="R1a0f0868b3eb4f74" /><Relationship Type="http://schemas.openxmlformats.org/officeDocument/2006/relationships/slide" Target="/ppt/slides/slide11.xml" Id="Rb7caa597d0ad4dde" /><Relationship Type="http://schemas.openxmlformats.org/officeDocument/2006/relationships/slide" Target="/ppt/slides/slide12.xml" Id="R556c30a970594114" /><Relationship Type="http://schemas.openxmlformats.org/officeDocument/2006/relationships/slide" Target="/ppt/slides/slide13.xml" Id="R6b01097be5d14222" /><Relationship Type="http://schemas.openxmlformats.org/officeDocument/2006/relationships/slide" Target="/ppt/slides/slide14.xml" Id="R5b67134bb0354652" /><Relationship Type="http://schemas.openxmlformats.org/officeDocument/2006/relationships/slide" Target="/ppt/slides/slide15.xml" Id="R4776cd9256b24e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92f9523a6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c966616d34f53" /><Relationship Type="http://schemas.openxmlformats.org/officeDocument/2006/relationships/notesMaster" Target="/ppt/notesMasters/notesMaster1.xml" Id="Rd9b7fe1f5eaa41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487b349cd545a5" /><Relationship Type="http://schemas.openxmlformats.org/officeDocument/2006/relationships/notesMaster" Target="/ppt/notesMasters/notesMaster1.xml" Id="Rb0038065e53d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262e4158944b42" /><Relationship Type="http://schemas.openxmlformats.org/officeDocument/2006/relationships/notesMaster" Target="/ppt/notesMasters/notesMaster1.xml" Id="R97a902928aee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1669b0d82480b" /><Relationship Type="http://schemas.openxmlformats.org/officeDocument/2006/relationships/notesMaster" Target="/ppt/notesMasters/notesMaster1.xml" Id="R2e69c3bdd37147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be8f768124242" /><Relationship Type="http://schemas.openxmlformats.org/officeDocument/2006/relationships/notesMaster" Target="/ppt/notesMasters/notesMaster1.xml" Id="R74f1845024fc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b6901b61e45c1" /><Relationship Type="http://schemas.openxmlformats.org/officeDocument/2006/relationships/notesMaster" Target="/ppt/notesMasters/notesMaster1.xml" Id="Rcb63d0d49b75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efc4e233e143ae" /><Relationship Type="http://schemas.openxmlformats.org/officeDocument/2006/relationships/notesMaster" Target="/ppt/notesMasters/notesMaster1.xml" Id="Rd70bc2315e9946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5f66dcb544598" /><Relationship Type="http://schemas.openxmlformats.org/officeDocument/2006/relationships/notesMaster" Target="/ppt/notesMasters/notesMaster1.xml" Id="Recf1b5f37b4645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81f8f0de84e94" /><Relationship Type="http://schemas.openxmlformats.org/officeDocument/2006/relationships/notesMaster" Target="/ppt/notesMasters/notesMaster1.xml" Id="Rc6dc0f2cdef649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7475ed988489f" /><Relationship Type="http://schemas.openxmlformats.org/officeDocument/2006/relationships/notesMaster" Target="/ppt/notesMasters/notesMaster1.xml" Id="R810b113dea8048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c73b216e1a45bd" /><Relationship Type="http://schemas.openxmlformats.org/officeDocument/2006/relationships/notesMaster" Target="/ppt/notesMasters/notesMaster1.xml" Id="R8da7bd4d9f1d46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ac5f6d12c24de1" /><Relationship Type="http://schemas.openxmlformats.org/officeDocument/2006/relationships/notesMaster" Target="/ppt/notesMasters/notesMaster1.xml" Id="R0eadfd3c104143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b5df4964ff4185" /><Relationship Type="http://schemas.openxmlformats.org/officeDocument/2006/relationships/notesMaster" Target="/ppt/notesMasters/notesMaster1.xml" Id="Rdde5409aa37648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4013970d3d414c" /><Relationship Type="http://schemas.openxmlformats.org/officeDocument/2006/relationships/notesMaster" Target="/ppt/notesMasters/notesMaster1.xml" Id="R02ab53732a5d46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89a8fb5cc04916" /><Relationship Type="http://schemas.openxmlformats.org/officeDocument/2006/relationships/notesMaster" Target="/ppt/notesMasters/notesMaster1.xml" Id="R23dee1eaed28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683f136ff4f8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3125396ba41f7" /><Relationship Type="http://schemas.openxmlformats.org/officeDocument/2006/relationships/slideLayout" Target="/ppt/slideLayouts/slideLayout1.xml" Id="R933c0bf38aad469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c0bf38aad469d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a165c19bf48d5" /><Relationship Type="http://schemas.openxmlformats.org/officeDocument/2006/relationships/notesSlide" Target="/ppt/notesSlides/notesSlide1.xml" Id="Ra68d5c299eb2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04bc0fbad4471" /><Relationship Type="http://schemas.openxmlformats.org/officeDocument/2006/relationships/notesSlide" Target="/ppt/notesSlides/notesSlide2.xml" Id="Re9fe38e3ebc846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462012b66455e" /><Relationship Type="http://schemas.openxmlformats.org/officeDocument/2006/relationships/notesSlide" Target="/ppt/notesSlides/notesSlide3.xml" Id="R7d28b4586280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f84ba61854115" /><Relationship Type="http://schemas.openxmlformats.org/officeDocument/2006/relationships/notesSlide" Target="/ppt/notesSlides/notesSlide4.xml" Id="R421590b889a049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14b0d80f148f2" /><Relationship Type="http://schemas.openxmlformats.org/officeDocument/2006/relationships/notesSlide" Target="/ppt/notesSlides/notesSlide5.xml" Id="Rdd50acfb5c5b47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1c19ba3ea41e2" /><Relationship Type="http://schemas.openxmlformats.org/officeDocument/2006/relationships/notesSlide" Target="/ppt/notesSlides/notesSlide6.xml" Id="Ra64e52a6d90f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21f88cf5545e9" /><Relationship Type="http://schemas.openxmlformats.org/officeDocument/2006/relationships/notesSlide" Target="/ppt/notesSlides/notesSlide7.xml" Id="Rca70049fa9c44b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a4a60cc5b4f00" /><Relationship Type="http://schemas.openxmlformats.org/officeDocument/2006/relationships/notesSlide" Target="/ppt/notesSlides/notesSlide8.xml" Id="R5ac6e439b4e94c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7d4c1ca7e4b49" /><Relationship Type="http://schemas.openxmlformats.org/officeDocument/2006/relationships/notesSlide" Target="/ppt/notesSlides/notesSlide9.xml" Id="Rf70fa91eb4544f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0d0641b24179" /><Relationship Type="http://schemas.openxmlformats.org/officeDocument/2006/relationships/notesSlide" Target="/ppt/notesSlides/notesSlide10.xml" Id="R1acf33d7d1d54c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60c4ecbea43a2" /><Relationship Type="http://schemas.openxmlformats.org/officeDocument/2006/relationships/notesSlide" Target="/ppt/notesSlides/notesSlide11.xml" Id="R46dac303a2d945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287f935c34cdd" /><Relationship Type="http://schemas.openxmlformats.org/officeDocument/2006/relationships/notesSlide" Target="/ppt/notesSlides/notesSlide12.xml" Id="Rf313164712af49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716f4e17e4cf7" /><Relationship Type="http://schemas.openxmlformats.org/officeDocument/2006/relationships/notesSlide" Target="/ppt/notesSlides/notesSlide13.xml" Id="Ra8cd8893c38b47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6f90d09d2456c" /><Relationship Type="http://schemas.openxmlformats.org/officeDocument/2006/relationships/notesSlide" Target="/ppt/notesSlides/notesSlide14.xml" Id="R576134aec11e45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9236697d74fae" /><Relationship Type="http://schemas.openxmlformats.org/officeDocument/2006/relationships/notesSlide" Target="/ppt/notesSlides/notesSlide15.xml" Id="R563edebf11b7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Framing layout, wall members, supervised cutting, and square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MEASURE. MARK. VERIFY. CUT.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6 capstone walls. One approved drawing. Every cut gets a second check.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to build fast. The goal is a square, traceable frame.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Tape skills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Wall map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Cut list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Build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QC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read to 1/16 inch and map every wall member.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build one individual window-wall frame under tool control.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dimensions, diagonals, fasteners, labels, photo,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Tape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1/16 inch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Plates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studs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King + jack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studs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Header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sill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Square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evidence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Read a tape measure to 1/16 inch and add common fractions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Identify plates, studs, king studs, jack studs, header, sill, and cripples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Lay out a 4-foot by 3-foot training wall with a framed window opening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an instructor-approved cut list and assemble a square wall frame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Approved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drawing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Measure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stock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Mark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verify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Cut +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dry-fit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Fasten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check square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A second set of eyes checks the mark before the saw starts. Conflicting measurements stop the work.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Inventory + drawing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Approved cut list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Dry-fit + assemble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Dimensions + diagonals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Keep the frame flat through assembly. Correct layout or square before moving to the next system.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1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Builder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measures + assembles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018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checks marks + square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386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records + photographs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Rotate roles at the instructor checkpoint.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Builder does not approve their own critical mark.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Say measurements out loud and record the final result.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Tape reading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Member labels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Diagonal A / B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Fasteners + edges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Call the measurement, reference edge, and mark before cutting.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Match diagonals and verify overall dimensions.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Inspect fastener placement and lumber condition before approval.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Eyes + hearing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Guards remain 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Clamp / support stock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Cut approval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Inspect lumber and tools before use. Keep body position out of the cut path. Stop for damaged stock, conflicting marks, or a missing guard.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474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path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measure -&gt; mark -&gt; verify -&gt; cut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Stop-work path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conflict -&gt; pause -&gt; resolve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Speed never outranks control. A wrong cut wastes material; an unsafe cut can injure a person. Ask before guessing.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Read the plan before touching stock.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Use one reference edge and a clear carpenter's mark.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Dry-fit members in position.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Check overall dimensions and both diagonals.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Label, photograph, and reset the station.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Unverified mark? Do not cut it.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PPE and station inspected.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Training drawing identified.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Cut list complete and labeled.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Critical marks partner-verified.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Instructor authorizes each cut.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Frame remains supported and controlled.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Plan + cut list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Mark + verify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Cut + assemble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Square + document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Build the individual 4 ft x 3 ft capstone wall with framed window opening. Supervised cuts only after clearance.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Check dimensions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82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Compare diagonals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Correct + recheck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Photo + reset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finished-looking frame is not enough. Record the numbers that prove the wall meets the approved training drawing.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Drawing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approved version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Initials: 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Cut list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qty + length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Approved: 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Diagonal A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corner to corner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Value: 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Diagonal B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corner to corner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Value: 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Window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dims + square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Result: 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Evidence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overall + detail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File: _________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No verified dimensions, no approval. Measure it while the wall is still open.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RCS02 | Day 10 | July 21,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Read one instructor-selected tape measurement.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Name the king, jack, header, sill, and plates.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Explain what the two diagonal measurements prove.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Tools counted. Frame flat. Evidence saved. Station reset.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2026-07-20T22:24:36.2200000Z</dcterms:created>
  <dcterms:modified xsi:type="dcterms:W3CDTF">2026-07-20T22:24:36.2200000Z</dcterms:modified>
</coreProperties>
</file>